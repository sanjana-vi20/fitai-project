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61" r:id="rId3"/>
    <p:sldId id="262" r:id="rId4"/>
    <p:sldId id="269" r:id="rId5"/>
    <p:sldId id="268" r:id="rId6"/>
    <p:sldId id="267" r:id="rId7"/>
    <p:sldId id="271" r:id="rId8"/>
    <p:sldId id="273" r:id="rId9"/>
    <p:sldId id="276" r:id="rId10"/>
    <p:sldId id="275" r:id="rId11"/>
    <p:sldId id="27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28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BACAE3-897C-1B30-4205-B02D01DD4F80}" v="38" dt="2026-02-26T07:56:31.919"/>
    <p1510:client id="{800E3B1F-34EB-4A12-9D17-D418ECAFA840}" v="1129" dt="2026-02-24T23:11:27.089"/>
    <p1510:client id="{F73F2F0C-E1AD-51A3-0F08-E0088B453D71}" v="37" dt="2026-02-26T08:02:10.3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9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6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A3DB2-8792-4526-81CC-2881FC47EC3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226A9D-5529-4640-BD17-6C42C36139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207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961D2-A6AD-0106-9319-84C1AA3872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F99988-27E9-5AAD-10BA-4EB95A21D6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1F8CA-21EC-1339-AFD8-1615FB7B9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74A-EAEA-438B-A9E4-64F13DA646F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D5114-884D-52AC-6233-AEAD024A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DEF50-1DC9-2BAB-2689-34F753A9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1A598-071B-4BC7-9DFD-8D68FB90C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353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CA13A-FA5C-14C3-3A1F-366BD3C44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C5B4D-1800-B665-1958-B634BC215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80002-DB7A-E7DF-A11E-8CECC93B4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74A-EAEA-438B-A9E4-64F13DA646F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826B4-3F9D-6B27-21A7-C8853AD2F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AD36B-9BD0-A0E5-268F-AEB3118CD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1A598-071B-4BC7-9DFD-8D68FB90C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234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C7759-3789-7227-34AD-0434E4DF0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26655-7F36-08A9-D1F3-3402A21FB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136DC-E882-FFFB-662C-AFFBDD012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74A-EAEA-438B-A9E4-64F13DA646F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B08F9-BB01-4EB1-84FA-97366FE69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3FD7E-90C7-EDE5-263F-62D23064E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1A598-071B-4BC7-9DFD-8D68FB90C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883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0F021-1F4B-0634-F1F0-8BA371EEE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15C48-291E-CEB8-3F3E-C8539E886A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BFCFD-DB82-2096-D139-409666BB2F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EC6139-6C55-16DE-DD13-3F5DD47D9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74A-EAEA-438B-A9E4-64F13DA646F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3D571-A701-29C2-C4D4-95DD0FA5F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8D7CC-957F-D2EE-1580-E9918C855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1A598-071B-4BC7-9DFD-8D68FB90C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475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C4577-DE55-E4B4-A1CA-559BFABE5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37A04-D9A6-8239-15FA-A3F75C87D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FE3E26-BB5D-691D-3791-C98DF98243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BD3BE9-32D2-E17A-190D-A59D5EFBC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6FCB53-447E-45DA-67DD-0104C348EA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5B3CA7-7851-A23A-98CC-AAA803A49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74A-EAEA-438B-A9E4-64F13DA646F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B14497-6075-23A8-F5CF-0534D19BB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63E0ED-91F9-1CE9-BFDC-951A176B1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1A598-071B-4BC7-9DFD-8D68FB90C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117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0FC9B-21EF-2D48-9360-C7413EA31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1B1263-45EE-585B-A7DA-6C83D0B18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74A-EAEA-438B-A9E4-64F13DA646F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7C0553-0B8F-3C8B-DA6F-9847443AF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350B3-ADE5-2DBD-6EE6-54746A74F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1A598-071B-4BC7-9DFD-8D68FB90C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53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211721-BABC-CAF4-C17E-807FE670C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74A-EAEA-438B-A9E4-64F13DA646F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26748F-09B3-BB53-8B24-C58F07C54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C42C5-B2CC-8EA8-CD0C-DFE65D3A5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1A598-071B-4BC7-9DFD-8D68FB90C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192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7CDD6-85D8-F5F5-055B-E63F951B1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474FF-44F6-310A-07A4-23DEC7C15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0DAC06-4C26-8EA6-B9C7-715F1F200F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150D0-4159-00B3-595D-AA12D7D91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74A-EAEA-438B-A9E4-64F13DA646F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C0CF97-8225-2099-9965-8A453A63C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DE885-CCD7-0798-8871-ACD09DA21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1A598-071B-4BC7-9DFD-8D68FB90C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708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4C966-8AE7-D3AA-F5AA-11BD1098A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7ACB6C-1ECB-3833-595C-92B0D65BAA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8DA5A-383F-DD31-3049-48F1EF0DEC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EED4C6-DF7D-F2A7-B316-1E9D03E26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74A-EAEA-438B-A9E4-64F13DA646F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E7602-769B-14EC-4E8F-491BFA6AF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3D5651-1B28-958E-84EE-FAC5A4201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1A598-071B-4BC7-9DFD-8D68FB90C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702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445F9-EFC5-61DA-4CA4-419C18C5D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65F609-099C-4729-6AC4-D3CDA7E92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785D2-3DB9-26A8-8EE0-D154E2F3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74A-EAEA-438B-A9E4-64F13DA646F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6594D-F4DF-C64B-E8E6-1DCB41FA4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F148A-2307-CD2F-B363-3071F25B0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1A598-071B-4BC7-9DFD-8D68FB90C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966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2A0780-C614-E600-523C-C1D8529851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4FB536-72BE-42FC-C6EB-406D03ECBE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127BA-C829-E872-DECA-BF77B3CFD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74A-EAEA-438B-A9E4-64F13DA646F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1E24F-A358-A235-5E59-68DF6B977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50305-8428-68DF-1D55-9F4E61BEB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1A598-071B-4BC7-9DFD-8D68FB90C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092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91E771-2D23-2ADE-0E2E-FB9F5D102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FF9F3-6FAC-0114-4488-6C6B30289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0E4EF-4E46-8343-47DD-92AD786784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C9074A-EAEA-438B-A9E4-64F13DA646F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0CFEF-3612-BA22-F3E2-AFBBB9F01E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17EE6-57E2-2D00-83E2-511139FC34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41A598-071B-4BC7-9DFD-8D68FB90C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143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2AAC5EEB-803D-A99F-2BBA-FC3B64E5D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178" y="1149118"/>
            <a:ext cx="605459" cy="608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729C305-4DDC-23F4-52D4-6E7059547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4377" y="333415"/>
            <a:ext cx="1635005" cy="1626911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385F5F-05C1-71C6-3BC0-18D4D83FC60C}"/>
              </a:ext>
            </a:extLst>
          </p:cNvPr>
          <p:cNvSpPr txBox="1"/>
          <p:nvPr/>
        </p:nvSpPr>
        <p:spPr>
          <a:xfrm>
            <a:off x="140244" y="2869151"/>
            <a:ext cx="1147827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 –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Fitness Intelligence Platform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02EEA2E-1CAA-8ED6-34D1-C1A16686F765}"/>
              </a:ext>
            </a:extLst>
          </p:cNvPr>
          <p:cNvGrpSpPr/>
          <p:nvPr/>
        </p:nvGrpSpPr>
        <p:grpSpPr>
          <a:xfrm>
            <a:off x="3158929" y="2142241"/>
            <a:ext cx="7790136" cy="461665"/>
            <a:chOff x="3392393" y="1410187"/>
            <a:chExt cx="7790136" cy="46166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550EBB0-BA98-F937-7077-D54F30810FAC}"/>
                </a:ext>
              </a:extLst>
            </p:cNvPr>
            <p:cNvSpPr txBox="1"/>
            <p:nvPr/>
          </p:nvSpPr>
          <p:spPr>
            <a:xfrm>
              <a:off x="4525568" y="1410187"/>
              <a:ext cx="66569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Adaptive Fitness Intelligence Platform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91687C4-B378-388C-4B07-EBC5EBBC702B}"/>
                </a:ext>
              </a:extLst>
            </p:cNvPr>
            <p:cNvSpPr txBox="1"/>
            <p:nvPr/>
          </p:nvSpPr>
          <p:spPr>
            <a:xfrm>
              <a:off x="3392393" y="1410187"/>
              <a:ext cx="12122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FitAI</a:t>
              </a:r>
              <a:r>
                <a:rPr lang="en-IN" sz="24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E9F949C-BAC9-DB44-0C62-BA3E38A9C01B}"/>
                </a:ext>
              </a:extLst>
            </p:cNvPr>
            <p:cNvSpPr txBox="1"/>
            <p:nvPr/>
          </p:nvSpPr>
          <p:spPr>
            <a:xfrm>
              <a:off x="4371548" y="1410187"/>
              <a:ext cx="2491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9939CA13-028D-149A-D4A3-E59C6210FF56}"/>
              </a:ext>
            </a:extLst>
          </p:cNvPr>
          <p:cNvSpPr txBox="1"/>
          <p:nvPr/>
        </p:nvSpPr>
        <p:spPr>
          <a:xfrm>
            <a:off x="4439227" y="504882"/>
            <a:ext cx="4492509" cy="830997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4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</a:t>
            </a:r>
            <a:r>
              <a:rPr lang="en-IN" sz="4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Kalpana </a:t>
            </a: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D9215F-D87E-6DE9-ED6F-B068D618C6FB}"/>
              </a:ext>
            </a:extLst>
          </p:cNvPr>
          <p:cNvSpPr txBox="1"/>
          <p:nvPr/>
        </p:nvSpPr>
        <p:spPr>
          <a:xfrm>
            <a:off x="4062107" y="1230503"/>
            <a:ext cx="4869629" cy="338554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Conducted by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NIIST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Powered by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3F6C12A-191F-214B-C23D-E7DBAD22C72B}"/>
              </a:ext>
            </a:extLst>
          </p:cNvPr>
          <p:cNvCxnSpPr>
            <a:cxnSpLocks/>
          </p:cNvCxnSpPr>
          <p:nvPr/>
        </p:nvCxnSpPr>
        <p:spPr>
          <a:xfrm>
            <a:off x="4439227" y="333415"/>
            <a:ext cx="136187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B62ECF-BA85-53B3-153F-0711932883A9}"/>
              </a:ext>
            </a:extLst>
          </p:cNvPr>
          <p:cNvCxnSpPr>
            <a:cxnSpLocks/>
          </p:cNvCxnSpPr>
          <p:nvPr/>
        </p:nvCxnSpPr>
        <p:spPr>
          <a:xfrm flipV="1">
            <a:off x="4062107" y="334908"/>
            <a:ext cx="377120" cy="3253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9DF09574-F7F8-2F24-BB92-3D5507E3E739}"/>
              </a:ext>
            </a:extLst>
          </p:cNvPr>
          <p:cNvSpPr/>
          <p:nvPr/>
        </p:nvSpPr>
        <p:spPr>
          <a:xfrm flipV="1">
            <a:off x="5808687" y="270667"/>
            <a:ext cx="141384" cy="125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CF39446-A374-4DCE-799B-F815FFFB2DB9}"/>
              </a:ext>
            </a:extLst>
          </p:cNvPr>
          <p:cNvSpPr/>
          <p:nvPr/>
        </p:nvSpPr>
        <p:spPr>
          <a:xfrm flipV="1">
            <a:off x="5988993" y="276578"/>
            <a:ext cx="141384" cy="125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F2DFF4-9D04-80BC-1F00-C2825B687EE7}"/>
              </a:ext>
            </a:extLst>
          </p:cNvPr>
          <p:cNvCxnSpPr/>
          <p:nvPr/>
        </p:nvCxnSpPr>
        <p:spPr>
          <a:xfrm>
            <a:off x="6096000" y="323687"/>
            <a:ext cx="15148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2DF33B6E-0253-6B29-1A19-0D4183F5DAE8}"/>
              </a:ext>
            </a:extLst>
          </p:cNvPr>
          <p:cNvSpPr/>
          <p:nvPr/>
        </p:nvSpPr>
        <p:spPr>
          <a:xfrm flipV="1">
            <a:off x="7602200" y="262347"/>
            <a:ext cx="141384" cy="125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CDA6C70-EF95-42D3-9F48-D12B6E05F29A}"/>
              </a:ext>
            </a:extLst>
          </p:cNvPr>
          <p:cNvSpPr txBox="1"/>
          <p:nvPr/>
        </p:nvSpPr>
        <p:spPr>
          <a:xfrm>
            <a:off x="0" y="3429000"/>
            <a:ext cx="387493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 –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RICR-NK-0018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08DB49-68F2-BE12-9AAC-25948CCF838F}"/>
              </a:ext>
            </a:extLst>
          </p:cNvPr>
          <p:cNvSpPr txBox="1"/>
          <p:nvPr/>
        </p:nvSpPr>
        <p:spPr>
          <a:xfrm>
            <a:off x="-617476" y="3988849"/>
            <a:ext cx="387493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-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1765F8-DDB2-90AC-7283-29ADC6E6AAF1}"/>
              </a:ext>
            </a:extLst>
          </p:cNvPr>
          <p:cNvSpPr txBox="1"/>
          <p:nvPr/>
        </p:nvSpPr>
        <p:spPr>
          <a:xfrm>
            <a:off x="352227" y="4655890"/>
            <a:ext cx="3874930" cy="15696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Tanishk Sarathe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Sanjana Vish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akarma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Yugant Nath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Aryan Sarathe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AutoShape 8">
            <a:extLst>
              <a:ext uri="{FF2B5EF4-FFF2-40B4-BE49-F238E27FC236}">
                <a16:creationId xmlns:a16="http://schemas.microsoft.com/office/drawing/2014/main" id="{8645EB78-DC24-2832-A051-A732E164B0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890664"/>
            <a:ext cx="2489200" cy="1875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33B0CB69-E295-22BC-49ED-83915B1B06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619" y="2049511"/>
            <a:ext cx="1354835" cy="58685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E72F3B77-A836-33AA-0458-B8AB14FFD2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1738" y="3429000"/>
            <a:ext cx="4129082" cy="3051046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3E3D2ED3-70EA-FC13-6355-B169DFF8634F}"/>
              </a:ext>
            </a:extLst>
          </p:cNvPr>
          <p:cNvGrpSpPr/>
          <p:nvPr/>
        </p:nvGrpSpPr>
        <p:grpSpPr>
          <a:xfrm rot="3878254">
            <a:off x="-5200464" y="-2404893"/>
            <a:ext cx="6009881" cy="2564958"/>
            <a:chOff x="427111" y="260654"/>
            <a:chExt cx="11585563" cy="3105914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6FCC2BBB-34BD-D2A9-84EF-60E6378B7B7C}"/>
                </a:ext>
              </a:extLst>
            </p:cNvPr>
            <p:cNvGrpSpPr/>
            <p:nvPr/>
          </p:nvGrpSpPr>
          <p:grpSpPr>
            <a:xfrm rot="7247548">
              <a:off x="1692394" y="1148936"/>
              <a:ext cx="1668669" cy="1528510"/>
              <a:chOff x="3647873" y="963040"/>
              <a:chExt cx="2509736" cy="3822972"/>
            </a:xfrm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grpSpPr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3626B3F6-5B98-39EF-C7E0-CE013E15853F}"/>
                  </a:ext>
                </a:extLst>
              </p:cNvPr>
              <p:cNvSpPr/>
              <p:nvPr/>
            </p:nvSpPr>
            <p:spPr>
              <a:xfrm>
                <a:off x="4902740" y="963040"/>
                <a:ext cx="1254869" cy="3822972"/>
              </a:xfrm>
              <a:custGeom>
                <a:avLst/>
                <a:gdLst>
                  <a:gd name="csX0" fmla="*/ 1 w 1254869"/>
                  <a:gd name="csY0" fmla="*/ 0 h 3822972"/>
                  <a:gd name="csX1" fmla="*/ 1254869 w 1254869"/>
                  <a:gd name="csY1" fmla="*/ 3822972 h 3822972"/>
                  <a:gd name="csX2" fmla="*/ 1 w 1254869"/>
                  <a:gd name="csY2" fmla="*/ 2568104 h 3822972"/>
                  <a:gd name="csX3" fmla="*/ 0 w 1254869"/>
                  <a:gd name="csY3" fmla="*/ 2568105 h 3822972"/>
                  <a:gd name="csX4" fmla="*/ 0 w 1254869"/>
                  <a:gd name="csY4" fmla="*/ 3 h 3822972"/>
                  <a:gd name="csX5" fmla="*/ 1 w 1254869"/>
                  <a:gd name="csY5" fmla="*/ 0 h 382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254869" h="3822972">
                    <a:moveTo>
                      <a:pt x="1" y="0"/>
                    </a:moveTo>
                    <a:lnTo>
                      <a:pt x="1254869" y="3822972"/>
                    </a:lnTo>
                    <a:lnTo>
                      <a:pt x="1" y="2568104"/>
                    </a:lnTo>
                    <a:lnTo>
                      <a:pt x="0" y="2568105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D96100C-695A-7FDD-9225-646F67745CC0}"/>
                  </a:ext>
                </a:extLst>
              </p:cNvPr>
              <p:cNvSpPr/>
              <p:nvPr/>
            </p:nvSpPr>
            <p:spPr>
              <a:xfrm>
                <a:off x="3647873" y="963043"/>
                <a:ext cx="1254867" cy="3822969"/>
              </a:xfrm>
              <a:custGeom>
                <a:avLst/>
                <a:gdLst>
                  <a:gd name="csX0" fmla="*/ 1254867 w 1254867"/>
                  <a:gd name="csY0" fmla="*/ 0 h 3822969"/>
                  <a:gd name="csX1" fmla="*/ 1254867 w 1254867"/>
                  <a:gd name="csY1" fmla="*/ 2568102 h 3822969"/>
                  <a:gd name="csX2" fmla="*/ 0 w 1254867"/>
                  <a:gd name="csY2" fmla="*/ 3822969 h 3822969"/>
                  <a:gd name="csX3" fmla="*/ 0 w 1254867"/>
                  <a:gd name="csY3" fmla="*/ 3822966 h 3822969"/>
                  <a:gd name="csX4" fmla="*/ 1254867 w 1254867"/>
                  <a:gd name="csY4" fmla="*/ 0 h 38229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54867" h="3822969">
                    <a:moveTo>
                      <a:pt x="1254867" y="0"/>
                    </a:moveTo>
                    <a:lnTo>
                      <a:pt x="1254867" y="2568102"/>
                    </a:lnTo>
                    <a:lnTo>
                      <a:pt x="0" y="3822969"/>
                    </a:lnTo>
                    <a:lnTo>
                      <a:pt x="0" y="3822966"/>
                    </a:lnTo>
                    <a:lnTo>
                      <a:pt x="1254867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20849D06-B5D2-4C89-AF16-8EDC25FDEFB3}"/>
                </a:ext>
              </a:extLst>
            </p:cNvPr>
            <p:cNvGrpSpPr/>
            <p:nvPr/>
          </p:nvGrpSpPr>
          <p:grpSpPr>
            <a:xfrm rot="3949882">
              <a:off x="9000115" y="1110327"/>
              <a:ext cx="1667237" cy="1529443"/>
              <a:chOff x="3647873" y="963040"/>
              <a:chExt cx="2509736" cy="3822972"/>
            </a:xfrm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grpSpPr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9F2EACFB-8F32-21C8-B183-50F6DEEF3C1D}"/>
                  </a:ext>
                </a:extLst>
              </p:cNvPr>
              <p:cNvSpPr/>
              <p:nvPr/>
            </p:nvSpPr>
            <p:spPr>
              <a:xfrm>
                <a:off x="4902740" y="963040"/>
                <a:ext cx="1254869" cy="3822972"/>
              </a:xfrm>
              <a:custGeom>
                <a:avLst/>
                <a:gdLst>
                  <a:gd name="csX0" fmla="*/ 1 w 1254869"/>
                  <a:gd name="csY0" fmla="*/ 0 h 3822972"/>
                  <a:gd name="csX1" fmla="*/ 1254869 w 1254869"/>
                  <a:gd name="csY1" fmla="*/ 3822972 h 3822972"/>
                  <a:gd name="csX2" fmla="*/ 1 w 1254869"/>
                  <a:gd name="csY2" fmla="*/ 2568104 h 3822972"/>
                  <a:gd name="csX3" fmla="*/ 0 w 1254869"/>
                  <a:gd name="csY3" fmla="*/ 2568105 h 3822972"/>
                  <a:gd name="csX4" fmla="*/ 0 w 1254869"/>
                  <a:gd name="csY4" fmla="*/ 3 h 3822972"/>
                  <a:gd name="csX5" fmla="*/ 1 w 1254869"/>
                  <a:gd name="csY5" fmla="*/ 0 h 382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254869" h="3822972">
                    <a:moveTo>
                      <a:pt x="1" y="0"/>
                    </a:moveTo>
                    <a:lnTo>
                      <a:pt x="1254869" y="3822972"/>
                    </a:lnTo>
                    <a:lnTo>
                      <a:pt x="1" y="2568104"/>
                    </a:lnTo>
                    <a:lnTo>
                      <a:pt x="0" y="2568105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61023473-50E9-F6BE-29CE-1186A1F4888C}"/>
                  </a:ext>
                </a:extLst>
              </p:cNvPr>
              <p:cNvSpPr/>
              <p:nvPr/>
            </p:nvSpPr>
            <p:spPr>
              <a:xfrm>
                <a:off x="3647873" y="963043"/>
                <a:ext cx="1254867" cy="3822969"/>
              </a:xfrm>
              <a:custGeom>
                <a:avLst/>
                <a:gdLst>
                  <a:gd name="csX0" fmla="*/ 1254867 w 1254867"/>
                  <a:gd name="csY0" fmla="*/ 0 h 3822969"/>
                  <a:gd name="csX1" fmla="*/ 1254867 w 1254867"/>
                  <a:gd name="csY1" fmla="*/ 2568102 h 3822969"/>
                  <a:gd name="csX2" fmla="*/ 0 w 1254867"/>
                  <a:gd name="csY2" fmla="*/ 3822969 h 3822969"/>
                  <a:gd name="csX3" fmla="*/ 0 w 1254867"/>
                  <a:gd name="csY3" fmla="*/ 3822966 h 3822969"/>
                  <a:gd name="csX4" fmla="*/ 1254867 w 1254867"/>
                  <a:gd name="csY4" fmla="*/ 0 h 38229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54867" h="3822969">
                    <a:moveTo>
                      <a:pt x="1254867" y="0"/>
                    </a:moveTo>
                    <a:lnTo>
                      <a:pt x="1254867" y="2568102"/>
                    </a:lnTo>
                    <a:lnTo>
                      <a:pt x="0" y="3822969"/>
                    </a:lnTo>
                    <a:lnTo>
                      <a:pt x="0" y="3822966"/>
                    </a:lnTo>
                    <a:lnTo>
                      <a:pt x="1254867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E284343-E11A-A29C-0211-B51837E42983}"/>
                </a:ext>
              </a:extLst>
            </p:cNvPr>
            <p:cNvGrpSpPr/>
            <p:nvPr/>
          </p:nvGrpSpPr>
          <p:grpSpPr>
            <a:xfrm rot="3412534">
              <a:off x="10414084" y="330734"/>
              <a:ext cx="1668669" cy="1528510"/>
              <a:chOff x="3647873" y="963040"/>
              <a:chExt cx="2509736" cy="3822972"/>
            </a:xfrm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grpSpPr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0E6A9269-5754-157F-E87E-145636C45434}"/>
                  </a:ext>
                </a:extLst>
              </p:cNvPr>
              <p:cNvSpPr/>
              <p:nvPr/>
            </p:nvSpPr>
            <p:spPr>
              <a:xfrm>
                <a:off x="4902740" y="963040"/>
                <a:ext cx="1254869" cy="3822972"/>
              </a:xfrm>
              <a:custGeom>
                <a:avLst/>
                <a:gdLst>
                  <a:gd name="csX0" fmla="*/ 1 w 1254869"/>
                  <a:gd name="csY0" fmla="*/ 0 h 3822972"/>
                  <a:gd name="csX1" fmla="*/ 1254869 w 1254869"/>
                  <a:gd name="csY1" fmla="*/ 3822972 h 3822972"/>
                  <a:gd name="csX2" fmla="*/ 1 w 1254869"/>
                  <a:gd name="csY2" fmla="*/ 2568104 h 3822972"/>
                  <a:gd name="csX3" fmla="*/ 0 w 1254869"/>
                  <a:gd name="csY3" fmla="*/ 2568105 h 3822972"/>
                  <a:gd name="csX4" fmla="*/ 0 w 1254869"/>
                  <a:gd name="csY4" fmla="*/ 3 h 3822972"/>
                  <a:gd name="csX5" fmla="*/ 1 w 1254869"/>
                  <a:gd name="csY5" fmla="*/ 0 h 382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254869" h="3822972">
                    <a:moveTo>
                      <a:pt x="1" y="0"/>
                    </a:moveTo>
                    <a:lnTo>
                      <a:pt x="1254869" y="3822972"/>
                    </a:lnTo>
                    <a:lnTo>
                      <a:pt x="1" y="2568104"/>
                    </a:lnTo>
                    <a:lnTo>
                      <a:pt x="0" y="2568105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7B2FD8FE-CB65-663F-1372-00A65F1F8C64}"/>
                  </a:ext>
                </a:extLst>
              </p:cNvPr>
              <p:cNvSpPr/>
              <p:nvPr/>
            </p:nvSpPr>
            <p:spPr>
              <a:xfrm>
                <a:off x="3647873" y="963043"/>
                <a:ext cx="1254867" cy="3822969"/>
              </a:xfrm>
              <a:custGeom>
                <a:avLst/>
                <a:gdLst>
                  <a:gd name="csX0" fmla="*/ 1254867 w 1254867"/>
                  <a:gd name="csY0" fmla="*/ 0 h 3822969"/>
                  <a:gd name="csX1" fmla="*/ 1254867 w 1254867"/>
                  <a:gd name="csY1" fmla="*/ 2568102 h 3822969"/>
                  <a:gd name="csX2" fmla="*/ 0 w 1254867"/>
                  <a:gd name="csY2" fmla="*/ 3822969 h 3822969"/>
                  <a:gd name="csX3" fmla="*/ 0 w 1254867"/>
                  <a:gd name="csY3" fmla="*/ 3822966 h 3822969"/>
                  <a:gd name="csX4" fmla="*/ 1254867 w 1254867"/>
                  <a:gd name="csY4" fmla="*/ 0 h 38229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54867" h="3822969">
                    <a:moveTo>
                      <a:pt x="1254867" y="0"/>
                    </a:moveTo>
                    <a:lnTo>
                      <a:pt x="1254867" y="2568102"/>
                    </a:lnTo>
                    <a:lnTo>
                      <a:pt x="0" y="3822969"/>
                    </a:lnTo>
                    <a:lnTo>
                      <a:pt x="0" y="3822966"/>
                    </a:lnTo>
                    <a:lnTo>
                      <a:pt x="1254867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CBB4B96-7254-7436-9C65-1624E8F40FC0}"/>
                </a:ext>
              </a:extLst>
            </p:cNvPr>
            <p:cNvGrpSpPr/>
            <p:nvPr/>
          </p:nvGrpSpPr>
          <p:grpSpPr>
            <a:xfrm rot="5400000">
              <a:off x="6104752" y="1767979"/>
              <a:ext cx="1668669" cy="1528510"/>
              <a:chOff x="3647873" y="963040"/>
              <a:chExt cx="2509736" cy="3822972"/>
            </a:xfrm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grpSpPr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CD2C4945-3DFA-F774-75BE-C30F62B83830}"/>
                  </a:ext>
                </a:extLst>
              </p:cNvPr>
              <p:cNvSpPr/>
              <p:nvPr/>
            </p:nvSpPr>
            <p:spPr>
              <a:xfrm>
                <a:off x="4902740" y="963040"/>
                <a:ext cx="1254869" cy="3822972"/>
              </a:xfrm>
              <a:custGeom>
                <a:avLst/>
                <a:gdLst>
                  <a:gd name="csX0" fmla="*/ 1 w 1254869"/>
                  <a:gd name="csY0" fmla="*/ 0 h 3822972"/>
                  <a:gd name="csX1" fmla="*/ 1254869 w 1254869"/>
                  <a:gd name="csY1" fmla="*/ 3822972 h 3822972"/>
                  <a:gd name="csX2" fmla="*/ 1 w 1254869"/>
                  <a:gd name="csY2" fmla="*/ 2568104 h 3822972"/>
                  <a:gd name="csX3" fmla="*/ 0 w 1254869"/>
                  <a:gd name="csY3" fmla="*/ 2568105 h 3822972"/>
                  <a:gd name="csX4" fmla="*/ 0 w 1254869"/>
                  <a:gd name="csY4" fmla="*/ 3 h 3822972"/>
                  <a:gd name="csX5" fmla="*/ 1 w 1254869"/>
                  <a:gd name="csY5" fmla="*/ 0 h 382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254869" h="3822972">
                    <a:moveTo>
                      <a:pt x="1" y="0"/>
                    </a:moveTo>
                    <a:lnTo>
                      <a:pt x="1254869" y="3822972"/>
                    </a:lnTo>
                    <a:lnTo>
                      <a:pt x="1" y="2568104"/>
                    </a:lnTo>
                    <a:lnTo>
                      <a:pt x="0" y="2568105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DE8F3663-6E42-4089-870D-37075D693227}"/>
                  </a:ext>
                </a:extLst>
              </p:cNvPr>
              <p:cNvSpPr/>
              <p:nvPr/>
            </p:nvSpPr>
            <p:spPr>
              <a:xfrm>
                <a:off x="3647873" y="963043"/>
                <a:ext cx="1254867" cy="3822969"/>
              </a:xfrm>
              <a:custGeom>
                <a:avLst/>
                <a:gdLst>
                  <a:gd name="csX0" fmla="*/ 1254867 w 1254867"/>
                  <a:gd name="csY0" fmla="*/ 0 h 3822969"/>
                  <a:gd name="csX1" fmla="*/ 1254867 w 1254867"/>
                  <a:gd name="csY1" fmla="*/ 2568102 h 3822969"/>
                  <a:gd name="csX2" fmla="*/ 0 w 1254867"/>
                  <a:gd name="csY2" fmla="*/ 3822969 h 3822969"/>
                  <a:gd name="csX3" fmla="*/ 0 w 1254867"/>
                  <a:gd name="csY3" fmla="*/ 3822966 h 3822969"/>
                  <a:gd name="csX4" fmla="*/ 1254867 w 1254867"/>
                  <a:gd name="csY4" fmla="*/ 0 h 38229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54867" h="3822969">
                    <a:moveTo>
                      <a:pt x="1254867" y="0"/>
                    </a:moveTo>
                    <a:lnTo>
                      <a:pt x="1254867" y="2568102"/>
                    </a:lnTo>
                    <a:lnTo>
                      <a:pt x="0" y="3822969"/>
                    </a:lnTo>
                    <a:lnTo>
                      <a:pt x="0" y="3822966"/>
                    </a:lnTo>
                    <a:lnTo>
                      <a:pt x="1254867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A386F157-9387-6839-2E0B-6F0E7952A598}"/>
                </a:ext>
              </a:extLst>
            </p:cNvPr>
            <p:cNvGrpSpPr/>
            <p:nvPr/>
          </p:nvGrpSpPr>
          <p:grpSpPr>
            <a:xfrm rot="5688708">
              <a:off x="4599233" y="1734922"/>
              <a:ext cx="1668669" cy="1528510"/>
              <a:chOff x="3647873" y="963040"/>
              <a:chExt cx="2509736" cy="3822972"/>
            </a:xfrm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737FA888-E4CC-051C-AAEF-279A9E31EC98}"/>
                  </a:ext>
                </a:extLst>
              </p:cNvPr>
              <p:cNvSpPr/>
              <p:nvPr/>
            </p:nvSpPr>
            <p:spPr>
              <a:xfrm>
                <a:off x="4902740" y="963040"/>
                <a:ext cx="1254869" cy="3822972"/>
              </a:xfrm>
              <a:custGeom>
                <a:avLst/>
                <a:gdLst>
                  <a:gd name="csX0" fmla="*/ 1 w 1254869"/>
                  <a:gd name="csY0" fmla="*/ 0 h 3822972"/>
                  <a:gd name="csX1" fmla="*/ 1254869 w 1254869"/>
                  <a:gd name="csY1" fmla="*/ 3822972 h 3822972"/>
                  <a:gd name="csX2" fmla="*/ 1 w 1254869"/>
                  <a:gd name="csY2" fmla="*/ 2568104 h 3822972"/>
                  <a:gd name="csX3" fmla="*/ 0 w 1254869"/>
                  <a:gd name="csY3" fmla="*/ 2568105 h 3822972"/>
                  <a:gd name="csX4" fmla="*/ 0 w 1254869"/>
                  <a:gd name="csY4" fmla="*/ 3 h 3822972"/>
                  <a:gd name="csX5" fmla="*/ 1 w 1254869"/>
                  <a:gd name="csY5" fmla="*/ 0 h 382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254869" h="3822972">
                    <a:moveTo>
                      <a:pt x="1" y="0"/>
                    </a:moveTo>
                    <a:lnTo>
                      <a:pt x="1254869" y="3822972"/>
                    </a:lnTo>
                    <a:lnTo>
                      <a:pt x="1" y="2568104"/>
                    </a:lnTo>
                    <a:lnTo>
                      <a:pt x="0" y="2568105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84341AF3-2BE2-2580-8E87-6FA8803078CB}"/>
                  </a:ext>
                </a:extLst>
              </p:cNvPr>
              <p:cNvSpPr/>
              <p:nvPr/>
            </p:nvSpPr>
            <p:spPr>
              <a:xfrm>
                <a:off x="3647873" y="963043"/>
                <a:ext cx="1254867" cy="3822969"/>
              </a:xfrm>
              <a:custGeom>
                <a:avLst/>
                <a:gdLst>
                  <a:gd name="csX0" fmla="*/ 1254867 w 1254867"/>
                  <a:gd name="csY0" fmla="*/ 0 h 3822969"/>
                  <a:gd name="csX1" fmla="*/ 1254867 w 1254867"/>
                  <a:gd name="csY1" fmla="*/ 2568102 h 3822969"/>
                  <a:gd name="csX2" fmla="*/ 0 w 1254867"/>
                  <a:gd name="csY2" fmla="*/ 3822969 h 3822969"/>
                  <a:gd name="csX3" fmla="*/ 0 w 1254867"/>
                  <a:gd name="csY3" fmla="*/ 3822966 h 3822969"/>
                  <a:gd name="csX4" fmla="*/ 1254867 w 1254867"/>
                  <a:gd name="csY4" fmla="*/ 0 h 38229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54867" h="3822969">
                    <a:moveTo>
                      <a:pt x="1254867" y="0"/>
                    </a:moveTo>
                    <a:lnTo>
                      <a:pt x="1254867" y="2568102"/>
                    </a:lnTo>
                    <a:lnTo>
                      <a:pt x="0" y="3822969"/>
                    </a:lnTo>
                    <a:lnTo>
                      <a:pt x="0" y="3822966"/>
                    </a:lnTo>
                    <a:lnTo>
                      <a:pt x="1254867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1526CEF3-FB5F-EFC8-3FA5-C46309F7DA33}"/>
                </a:ext>
              </a:extLst>
            </p:cNvPr>
            <p:cNvGrpSpPr/>
            <p:nvPr/>
          </p:nvGrpSpPr>
          <p:grpSpPr>
            <a:xfrm rot="6225199">
              <a:off x="3042554" y="1622345"/>
              <a:ext cx="1668669" cy="1528510"/>
              <a:chOff x="3647873" y="963040"/>
              <a:chExt cx="2509736" cy="3822972"/>
            </a:xfrm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695ECC85-DB31-B4D9-E290-F25400926A99}"/>
                  </a:ext>
                </a:extLst>
              </p:cNvPr>
              <p:cNvSpPr/>
              <p:nvPr/>
            </p:nvSpPr>
            <p:spPr>
              <a:xfrm>
                <a:off x="4902740" y="963040"/>
                <a:ext cx="1254869" cy="3822972"/>
              </a:xfrm>
              <a:custGeom>
                <a:avLst/>
                <a:gdLst>
                  <a:gd name="csX0" fmla="*/ 1 w 1254869"/>
                  <a:gd name="csY0" fmla="*/ 0 h 3822972"/>
                  <a:gd name="csX1" fmla="*/ 1254869 w 1254869"/>
                  <a:gd name="csY1" fmla="*/ 3822972 h 3822972"/>
                  <a:gd name="csX2" fmla="*/ 1 w 1254869"/>
                  <a:gd name="csY2" fmla="*/ 2568104 h 3822972"/>
                  <a:gd name="csX3" fmla="*/ 0 w 1254869"/>
                  <a:gd name="csY3" fmla="*/ 2568105 h 3822972"/>
                  <a:gd name="csX4" fmla="*/ 0 w 1254869"/>
                  <a:gd name="csY4" fmla="*/ 3 h 3822972"/>
                  <a:gd name="csX5" fmla="*/ 1 w 1254869"/>
                  <a:gd name="csY5" fmla="*/ 0 h 382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254869" h="3822972">
                    <a:moveTo>
                      <a:pt x="1" y="0"/>
                    </a:moveTo>
                    <a:lnTo>
                      <a:pt x="1254869" y="3822972"/>
                    </a:lnTo>
                    <a:lnTo>
                      <a:pt x="1" y="2568104"/>
                    </a:lnTo>
                    <a:lnTo>
                      <a:pt x="0" y="2568105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357FED5D-46F1-B0B4-1F13-CAB6EBEDE6C9}"/>
                  </a:ext>
                </a:extLst>
              </p:cNvPr>
              <p:cNvSpPr/>
              <p:nvPr/>
            </p:nvSpPr>
            <p:spPr>
              <a:xfrm>
                <a:off x="3647873" y="963043"/>
                <a:ext cx="1254867" cy="3822969"/>
              </a:xfrm>
              <a:custGeom>
                <a:avLst/>
                <a:gdLst>
                  <a:gd name="csX0" fmla="*/ 1254867 w 1254867"/>
                  <a:gd name="csY0" fmla="*/ 0 h 3822969"/>
                  <a:gd name="csX1" fmla="*/ 1254867 w 1254867"/>
                  <a:gd name="csY1" fmla="*/ 2568102 h 3822969"/>
                  <a:gd name="csX2" fmla="*/ 0 w 1254867"/>
                  <a:gd name="csY2" fmla="*/ 3822969 h 3822969"/>
                  <a:gd name="csX3" fmla="*/ 0 w 1254867"/>
                  <a:gd name="csY3" fmla="*/ 3822966 h 3822969"/>
                  <a:gd name="csX4" fmla="*/ 1254867 w 1254867"/>
                  <a:gd name="csY4" fmla="*/ 0 h 38229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54867" h="3822969">
                    <a:moveTo>
                      <a:pt x="1254867" y="0"/>
                    </a:moveTo>
                    <a:lnTo>
                      <a:pt x="1254867" y="2568102"/>
                    </a:lnTo>
                    <a:lnTo>
                      <a:pt x="0" y="3822969"/>
                    </a:lnTo>
                    <a:lnTo>
                      <a:pt x="0" y="3822966"/>
                    </a:lnTo>
                    <a:lnTo>
                      <a:pt x="1254867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6A8CC3C1-0C54-C681-7E97-4AE2115A2847}"/>
                </a:ext>
              </a:extLst>
            </p:cNvPr>
            <p:cNvGrpSpPr/>
            <p:nvPr/>
          </p:nvGrpSpPr>
          <p:grpSpPr>
            <a:xfrm rot="4784399">
              <a:off x="7572618" y="1612930"/>
              <a:ext cx="1668668" cy="1528510"/>
              <a:chOff x="3647874" y="963040"/>
              <a:chExt cx="2509735" cy="3822973"/>
            </a:xfrm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8D4AF802-ADA9-AC4E-4A16-3D5836FD1CE5}"/>
                  </a:ext>
                </a:extLst>
              </p:cNvPr>
              <p:cNvSpPr/>
              <p:nvPr/>
            </p:nvSpPr>
            <p:spPr>
              <a:xfrm>
                <a:off x="4902740" y="963040"/>
                <a:ext cx="1254869" cy="3822972"/>
              </a:xfrm>
              <a:custGeom>
                <a:avLst/>
                <a:gdLst>
                  <a:gd name="csX0" fmla="*/ 1 w 1254869"/>
                  <a:gd name="csY0" fmla="*/ 0 h 3822972"/>
                  <a:gd name="csX1" fmla="*/ 1254869 w 1254869"/>
                  <a:gd name="csY1" fmla="*/ 3822972 h 3822972"/>
                  <a:gd name="csX2" fmla="*/ 1 w 1254869"/>
                  <a:gd name="csY2" fmla="*/ 2568104 h 3822972"/>
                  <a:gd name="csX3" fmla="*/ 0 w 1254869"/>
                  <a:gd name="csY3" fmla="*/ 2568105 h 3822972"/>
                  <a:gd name="csX4" fmla="*/ 0 w 1254869"/>
                  <a:gd name="csY4" fmla="*/ 3 h 3822972"/>
                  <a:gd name="csX5" fmla="*/ 1 w 1254869"/>
                  <a:gd name="csY5" fmla="*/ 0 h 382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254869" h="3822972">
                    <a:moveTo>
                      <a:pt x="1" y="0"/>
                    </a:moveTo>
                    <a:lnTo>
                      <a:pt x="1254869" y="3822972"/>
                    </a:lnTo>
                    <a:lnTo>
                      <a:pt x="1" y="2568104"/>
                    </a:lnTo>
                    <a:lnTo>
                      <a:pt x="0" y="2568105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3C34BEB8-06F6-59D6-7E97-06803297D42E}"/>
                  </a:ext>
                </a:extLst>
              </p:cNvPr>
              <p:cNvSpPr/>
              <p:nvPr/>
            </p:nvSpPr>
            <p:spPr>
              <a:xfrm>
                <a:off x="3647874" y="963044"/>
                <a:ext cx="1215502" cy="3822969"/>
              </a:xfrm>
              <a:custGeom>
                <a:avLst/>
                <a:gdLst>
                  <a:gd name="csX0" fmla="*/ 1254867 w 1254867"/>
                  <a:gd name="csY0" fmla="*/ 0 h 3822969"/>
                  <a:gd name="csX1" fmla="*/ 1254867 w 1254867"/>
                  <a:gd name="csY1" fmla="*/ 2568102 h 3822969"/>
                  <a:gd name="csX2" fmla="*/ 0 w 1254867"/>
                  <a:gd name="csY2" fmla="*/ 3822969 h 3822969"/>
                  <a:gd name="csX3" fmla="*/ 0 w 1254867"/>
                  <a:gd name="csY3" fmla="*/ 3822966 h 3822969"/>
                  <a:gd name="csX4" fmla="*/ 1254867 w 1254867"/>
                  <a:gd name="csY4" fmla="*/ 0 h 38229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54867" h="3822969">
                    <a:moveTo>
                      <a:pt x="1254867" y="0"/>
                    </a:moveTo>
                    <a:lnTo>
                      <a:pt x="1254867" y="2568102"/>
                    </a:lnTo>
                    <a:lnTo>
                      <a:pt x="0" y="3822969"/>
                    </a:lnTo>
                    <a:lnTo>
                      <a:pt x="0" y="3822966"/>
                    </a:lnTo>
                    <a:lnTo>
                      <a:pt x="1254867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9DF65346-A776-93A5-914B-8DE15B909CB0}"/>
                </a:ext>
              </a:extLst>
            </p:cNvPr>
            <p:cNvGrpSpPr/>
            <p:nvPr/>
          </p:nvGrpSpPr>
          <p:grpSpPr>
            <a:xfrm rot="7524471">
              <a:off x="357031" y="368239"/>
              <a:ext cx="1668669" cy="1528510"/>
              <a:chOff x="3647873" y="963040"/>
              <a:chExt cx="2509736" cy="3822972"/>
            </a:xfrm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grpSpPr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FC1463CF-BA0B-F15A-74AC-87C3DA835B17}"/>
                  </a:ext>
                </a:extLst>
              </p:cNvPr>
              <p:cNvSpPr/>
              <p:nvPr/>
            </p:nvSpPr>
            <p:spPr>
              <a:xfrm>
                <a:off x="4902740" y="963040"/>
                <a:ext cx="1254869" cy="3822972"/>
              </a:xfrm>
              <a:custGeom>
                <a:avLst/>
                <a:gdLst>
                  <a:gd name="csX0" fmla="*/ 1 w 1254869"/>
                  <a:gd name="csY0" fmla="*/ 0 h 3822972"/>
                  <a:gd name="csX1" fmla="*/ 1254869 w 1254869"/>
                  <a:gd name="csY1" fmla="*/ 3822972 h 3822972"/>
                  <a:gd name="csX2" fmla="*/ 1 w 1254869"/>
                  <a:gd name="csY2" fmla="*/ 2568104 h 3822972"/>
                  <a:gd name="csX3" fmla="*/ 0 w 1254869"/>
                  <a:gd name="csY3" fmla="*/ 2568105 h 3822972"/>
                  <a:gd name="csX4" fmla="*/ 0 w 1254869"/>
                  <a:gd name="csY4" fmla="*/ 3 h 3822972"/>
                  <a:gd name="csX5" fmla="*/ 1 w 1254869"/>
                  <a:gd name="csY5" fmla="*/ 0 h 382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254869" h="3822972">
                    <a:moveTo>
                      <a:pt x="1" y="0"/>
                    </a:moveTo>
                    <a:lnTo>
                      <a:pt x="1254869" y="3822972"/>
                    </a:lnTo>
                    <a:lnTo>
                      <a:pt x="1" y="2568104"/>
                    </a:lnTo>
                    <a:lnTo>
                      <a:pt x="0" y="2568105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859856A2-22F4-A969-F49A-2E65C4C7AC8B}"/>
                  </a:ext>
                </a:extLst>
              </p:cNvPr>
              <p:cNvSpPr/>
              <p:nvPr/>
            </p:nvSpPr>
            <p:spPr>
              <a:xfrm>
                <a:off x="3647873" y="963043"/>
                <a:ext cx="1254867" cy="3822969"/>
              </a:xfrm>
              <a:custGeom>
                <a:avLst/>
                <a:gdLst>
                  <a:gd name="csX0" fmla="*/ 1254867 w 1254867"/>
                  <a:gd name="csY0" fmla="*/ 0 h 3822969"/>
                  <a:gd name="csX1" fmla="*/ 1254867 w 1254867"/>
                  <a:gd name="csY1" fmla="*/ 2568102 h 3822969"/>
                  <a:gd name="csX2" fmla="*/ 0 w 1254867"/>
                  <a:gd name="csY2" fmla="*/ 3822969 h 3822969"/>
                  <a:gd name="csX3" fmla="*/ 0 w 1254867"/>
                  <a:gd name="csY3" fmla="*/ 3822966 h 3822969"/>
                  <a:gd name="csX4" fmla="*/ 1254867 w 1254867"/>
                  <a:gd name="csY4" fmla="*/ 0 h 38229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54867" h="3822969">
                    <a:moveTo>
                      <a:pt x="1254867" y="0"/>
                    </a:moveTo>
                    <a:lnTo>
                      <a:pt x="1254867" y="2568102"/>
                    </a:lnTo>
                    <a:lnTo>
                      <a:pt x="0" y="3822969"/>
                    </a:lnTo>
                    <a:lnTo>
                      <a:pt x="0" y="3822966"/>
                    </a:lnTo>
                    <a:lnTo>
                      <a:pt x="1254867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14610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83BAE12D-E237-16D5-7748-20FB08E2A31B}"/>
              </a:ext>
            </a:extLst>
          </p:cNvPr>
          <p:cNvGrpSpPr/>
          <p:nvPr/>
        </p:nvGrpSpPr>
        <p:grpSpPr>
          <a:xfrm>
            <a:off x="427111" y="260654"/>
            <a:ext cx="11585563" cy="3105914"/>
            <a:chOff x="427111" y="260654"/>
            <a:chExt cx="11585563" cy="3105914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98112DA-96DF-1641-0EBB-B72A071C25F3}"/>
                </a:ext>
              </a:extLst>
            </p:cNvPr>
            <p:cNvGrpSpPr/>
            <p:nvPr/>
          </p:nvGrpSpPr>
          <p:grpSpPr>
            <a:xfrm rot="7247548">
              <a:off x="1692394" y="1148936"/>
              <a:ext cx="1668669" cy="1528510"/>
              <a:chOff x="3647873" y="963040"/>
              <a:chExt cx="2509736" cy="3822972"/>
            </a:xfrm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DB5CF5EA-5A6A-781F-A9FB-97FBC974D995}"/>
                  </a:ext>
                </a:extLst>
              </p:cNvPr>
              <p:cNvSpPr/>
              <p:nvPr/>
            </p:nvSpPr>
            <p:spPr>
              <a:xfrm>
                <a:off x="4902740" y="963040"/>
                <a:ext cx="1254869" cy="3822972"/>
              </a:xfrm>
              <a:custGeom>
                <a:avLst/>
                <a:gdLst>
                  <a:gd name="csX0" fmla="*/ 1 w 1254869"/>
                  <a:gd name="csY0" fmla="*/ 0 h 3822972"/>
                  <a:gd name="csX1" fmla="*/ 1254869 w 1254869"/>
                  <a:gd name="csY1" fmla="*/ 3822972 h 3822972"/>
                  <a:gd name="csX2" fmla="*/ 1 w 1254869"/>
                  <a:gd name="csY2" fmla="*/ 2568104 h 3822972"/>
                  <a:gd name="csX3" fmla="*/ 0 w 1254869"/>
                  <a:gd name="csY3" fmla="*/ 2568105 h 3822972"/>
                  <a:gd name="csX4" fmla="*/ 0 w 1254869"/>
                  <a:gd name="csY4" fmla="*/ 3 h 3822972"/>
                  <a:gd name="csX5" fmla="*/ 1 w 1254869"/>
                  <a:gd name="csY5" fmla="*/ 0 h 382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254869" h="3822972">
                    <a:moveTo>
                      <a:pt x="1" y="0"/>
                    </a:moveTo>
                    <a:lnTo>
                      <a:pt x="1254869" y="3822972"/>
                    </a:lnTo>
                    <a:lnTo>
                      <a:pt x="1" y="2568104"/>
                    </a:lnTo>
                    <a:lnTo>
                      <a:pt x="0" y="2568105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4D326E6-FB4F-7414-4453-FBC5F2221AB1}"/>
                  </a:ext>
                </a:extLst>
              </p:cNvPr>
              <p:cNvSpPr/>
              <p:nvPr/>
            </p:nvSpPr>
            <p:spPr>
              <a:xfrm>
                <a:off x="3647873" y="963043"/>
                <a:ext cx="1254867" cy="3822969"/>
              </a:xfrm>
              <a:custGeom>
                <a:avLst/>
                <a:gdLst>
                  <a:gd name="csX0" fmla="*/ 1254867 w 1254867"/>
                  <a:gd name="csY0" fmla="*/ 0 h 3822969"/>
                  <a:gd name="csX1" fmla="*/ 1254867 w 1254867"/>
                  <a:gd name="csY1" fmla="*/ 2568102 h 3822969"/>
                  <a:gd name="csX2" fmla="*/ 0 w 1254867"/>
                  <a:gd name="csY2" fmla="*/ 3822969 h 3822969"/>
                  <a:gd name="csX3" fmla="*/ 0 w 1254867"/>
                  <a:gd name="csY3" fmla="*/ 3822966 h 3822969"/>
                  <a:gd name="csX4" fmla="*/ 1254867 w 1254867"/>
                  <a:gd name="csY4" fmla="*/ 0 h 38229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54867" h="3822969">
                    <a:moveTo>
                      <a:pt x="1254867" y="0"/>
                    </a:moveTo>
                    <a:lnTo>
                      <a:pt x="1254867" y="2568102"/>
                    </a:lnTo>
                    <a:lnTo>
                      <a:pt x="0" y="3822969"/>
                    </a:lnTo>
                    <a:lnTo>
                      <a:pt x="0" y="3822966"/>
                    </a:lnTo>
                    <a:lnTo>
                      <a:pt x="1254867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E1A0FDF-E114-9CB2-16EB-0790E7EC6764}"/>
                </a:ext>
              </a:extLst>
            </p:cNvPr>
            <p:cNvGrpSpPr/>
            <p:nvPr/>
          </p:nvGrpSpPr>
          <p:grpSpPr>
            <a:xfrm rot="3949882">
              <a:off x="9000115" y="1110327"/>
              <a:ext cx="1667237" cy="1529443"/>
              <a:chOff x="3647873" y="963040"/>
              <a:chExt cx="2509736" cy="3822972"/>
            </a:xfrm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1CA55F32-F47E-DB88-6558-F268FD8BC9B4}"/>
                  </a:ext>
                </a:extLst>
              </p:cNvPr>
              <p:cNvSpPr/>
              <p:nvPr/>
            </p:nvSpPr>
            <p:spPr>
              <a:xfrm>
                <a:off x="4902740" y="963040"/>
                <a:ext cx="1254869" cy="3822972"/>
              </a:xfrm>
              <a:custGeom>
                <a:avLst/>
                <a:gdLst>
                  <a:gd name="csX0" fmla="*/ 1 w 1254869"/>
                  <a:gd name="csY0" fmla="*/ 0 h 3822972"/>
                  <a:gd name="csX1" fmla="*/ 1254869 w 1254869"/>
                  <a:gd name="csY1" fmla="*/ 3822972 h 3822972"/>
                  <a:gd name="csX2" fmla="*/ 1 w 1254869"/>
                  <a:gd name="csY2" fmla="*/ 2568104 h 3822972"/>
                  <a:gd name="csX3" fmla="*/ 0 w 1254869"/>
                  <a:gd name="csY3" fmla="*/ 2568105 h 3822972"/>
                  <a:gd name="csX4" fmla="*/ 0 w 1254869"/>
                  <a:gd name="csY4" fmla="*/ 3 h 3822972"/>
                  <a:gd name="csX5" fmla="*/ 1 w 1254869"/>
                  <a:gd name="csY5" fmla="*/ 0 h 382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254869" h="3822972">
                    <a:moveTo>
                      <a:pt x="1" y="0"/>
                    </a:moveTo>
                    <a:lnTo>
                      <a:pt x="1254869" y="3822972"/>
                    </a:lnTo>
                    <a:lnTo>
                      <a:pt x="1" y="2568104"/>
                    </a:lnTo>
                    <a:lnTo>
                      <a:pt x="0" y="2568105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82195D48-2E0E-597C-9532-153F985EE510}"/>
                  </a:ext>
                </a:extLst>
              </p:cNvPr>
              <p:cNvSpPr/>
              <p:nvPr/>
            </p:nvSpPr>
            <p:spPr>
              <a:xfrm>
                <a:off x="3647873" y="963043"/>
                <a:ext cx="1254867" cy="3822969"/>
              </a:xfrm>
              <a:custGeom>
                <a:avLst/>
                <a:gdLst>
                  <a:gd name="csX0" fmla="*/ 1254867 w 1254867"/>
                  <a:gd name="csY0" fmla="*/ 0 h 3822969"/>
                  <a:gd name="csX1" fmla="*/ 1254867 w 1254867"/>
                  <a:gd name="csY1" fmla="*/ 2568102 h 3822969"/>
                  <a:gd name="csX2" fmla="*/ 0 w 1254867"/>
                  <a:gd name="csY2" fmla="*/ 3822969 h 3822969"/>
                  <a:gd name="csX3" fmla="*/ 0 w 1254867"/>
                  <a:gd name="csY3" fmla="*/ 3822966 h 3822969"/>
                  <a:gd name="csX4" fmla="*/ 1254867 w 1254867"/>
                  <a:gd name="csY4" fmla="*/ 0 h 38229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54867" h="3822969">
                    <a:moveTo>
                      <a:pt x="1254867" y="0"/>
                    </a:moveTo>
                    <a:lnTo>
                      <a:pt x="1254867" y="2568102"/>
                    </a:lnTo>
                    <a:lnTo>
                      <a:pt x="0" y="3822969"/>
                    </a:lnTo>
                    <a:lnTo>
                      <a:pt x="0" y="3822966"/>
                    </a:lnTo>
                    <a:lnTo>
                      <a:pt x="1254867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84B387A-97B8-B9E7-DB75-ECFBDF0111D9}"/>
                </a:ext>
              </a:extLst>
            </p:cNvPr>
            <p:cNvGrpSpPr/>
            <p:nvPr/>
          </p:nvGrpSpPr>
          <p:grpSpPr>
            <a:xfrm rot="3412534">
              <a:off x="10414084" y="330734"/>
              <a:ext cx="1668669" cy="1528510"/>
              <a:chOff x="3647873" y="963040"/>
              <a:chExt cx="2509736" cy="3822972"/>
            </a:xfrm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A6B2949A-2645-DA35-8A81-F95F1E001AE2}"/>
                  </a:ext>
                </a:extLst>
              </p:cNvPr>
              <p:cNvSpPr/>
              <p:nvPr/>
            </p:nvSpPr>
            <p:spPr>
              <a:xfrm>
                <a:off x="4902740" y="963040"/>
                <a:ext cx="1254869" cy="3822972"/>
              </a:xfrm>
              <a:custGeom>
                <a:avLst/>
                <a:gdLst>
                  <a:gd name="csX0" fmla="*/ 1 w 1254869"/>
                  <a:gd name="csY0" fmla="*/ 0 h 3822972"/>
                  <a:gd name="csX1" fmla="*/ 1254869 w 1254869"/>
                  <a:gd name="csY1" fmla="*/ 3822972 h 3822972"/>
                  <a:gd name="csX2" fmla="*/ 1 w 1254869"/>
                  <a:gd name="csY2" fmla="*/ 2568104 h 3822972"/>
                  <a:gd name="csX3" fmla="*/ 0 w 1254869"/>
                  <a:gd name="csY3" fmla="*/ 2568105 h 3822972"/>
                  <a:gd name="csX4" fmla="*/ 0 w 1254869"/>
                  <a:gd name="csY4" fmla="*/ 3 h 3822972"/>
                  <a:gd name="csX5" fmla="*/ 1 w 1254869"/>
                  <a:gd name="csY5" fmla="*/ 0 h 382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254869" h="3822972">
                    <a:moveTo>
                      <a:pt x="1" y="0"/>
                    </a:moveTo>
                    <a:lnTo>
                      <a:pt x="1254869" y="3822972"/>
                    </a:lnTo>
                    <a:lnTo>
                      <a:pt x="1" y="2568104"/>
                    </a:lnTo>
                    <a:lnTo>
                      <a:pt x="0" y="2568105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4F05869B-18C6-23F6-8B1B-96756CEDBD89}"/>
                  </a:ext>
                </a:extLst>
              </p:cNvPr>
              <p:cNvSpPr/>
              <p:nvPr/>
            </p:nvSpPr>
            <p:spPr>
              <a:xfrm>
                <a:off x="3647873" y="963043"/>
                <a:ext cx="1254867" cy="3822969"/>
              </a:xfrm>
              <a:custGeom>
                <a:avLst/>
                <a:gdLst>
                  <a:gd name="csX0" fmla="*/ 1254867 w 1254867"/>
                  <a:gd name="csY0" fmla="*/ 0 h 3822969"/>
                  <a:gd name="csX1" fmla="*/ 1254867 w 1254867"/>
                  <a:gd name="csY1" fmla="*/ 2568102 h 3822969"/>
                  <a:gd name="csX2" fmla="*/ 0 w 1254867"/>
                  <a:gd name="csY2" fmla="*/ 3822969 h 3822969"/>
                  <a:gd name="csX3" fmla="*/ 0 w 1254867"/>
                  <a:gd name="csY3" fmla="*/ 3822966 h 3822969"/>
                  <a:gd name="csX4" fmla="*/ 1254867 w 1254867"/>
                  <a:gd name="csY4" fmla="*/ 0 h 38229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54867" h="3822969">
                    <a:moveTo>
                      <a:pt x="1254867" y="0"/>
                    </a:moveTo>
                    <a:lnTo>
                      <a:pt x="1254867" y="2568102"/>
                    </a:lnTo>
                    <a:lnTo>
                      <a:pt x="0" y="3822969"/>
                    </a:lnTo>
                    <a:lnTo>
                      <a:pt x="0" y="3822966"/>
                    </a:lnTo>
                    <a:lnTo>
                      <a:pt x="1254867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7FC655A-ACDA-787E-1CE3-A6397EBA665A}"/>
                </a:ext>
              </a:extLst>
            </p:cNvPr>
            <p:cNvGrpSpPr/>
            <p:nvPr/>
          </p:nvGrpSpPr>
          <p:grpSpPr>
            <a:xfrm rot="5400000">
              <a:off x="6104752" y="1767979"/>
              <a:ext cx="1668669" cy="1528510"/>
              <a:chOff x="3647873" y="963040"/>
              <a:chExt cx="2509736" cy="3822972"/>
            </a:xfrm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F58296FB-6491-9684-2A57-ED3CDE4491DA}"/>
                  </a:ext>
                </a:extLst>
              </p:cNvPr>
              <p:cNvSpPr/>
              <p:nvPr/>
            </p:nvSpPr>
            <p:spPr>
              <a:xfrm>
                <a:off x="4902740" y="963040"/>
                <a:ext cx="1254869" cy="3822972"/>
              </a:xfrm>
              <a:custGeom>
                <a:avLst/>
                <a:gdLst>
                  <a:gd name="csX0" fmla="*/ 1 w 1254869"/>
                  <a:gd name="csY0" fmla="*/ 0 h 3822972"/>
                  <a:gd name="csX1" fmla="*/ 1254869 w 1254869"/>
                  <a:gd name="csY1" fmla="*/ 3822972 h 3822972"/>
                  <a:gd name="csX2" fmla="*/ 1 w 1254869"/>
                  <a:gd name="csY2" fmla="*/ 2568104 h 3822972"/>
                  <a:gd name="csX3" fmla="*/ 0 w 1254869"/>
                  <a:gd name="csY3" fmla="*/ 2568105 h 3822972"/>
                  <a:gd name="csX4" fmla="*/ 0 w 1254869"/>
                  <a:gd name="csY4" fmla="*/ 3 h 3822972"/>
                  <a:gd name="csX5" fmla="*/ 1 w 1254869"/>
                  <a:gd name="csY5" fmla="*/ 0 h 382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254869" h="3822972">
                    <a:moveTo>
                      <a:pt x="1" y="0"/>
                    </a:moveTo>
                    <a:lnTo>
                      <a:pt x="1254869" y="3822972"/>
                    </a:lnTo>
                    <a:lnTo>
                      <a:pt x="1" y="2568104"/>
                    </a:lnTo>
                    <a:lnTo>
                      <a:pt x="0" y="2568105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452A2013-32ED-91EA-0781-27CF2FCF7A21}"/>
                  </a:ext>
                </a:extLst>
              </p:cNvPr>
              <p:cNvSpPr/>
              <p:nvPr/>
            </p:nvSpPr>
            <p:spPr>
              <a:xfrm>
                <a:off x="3647873" y="963043"/>
                <a:ext cx="1254867" cy="3822969"/>
              </a:xfrm>
              <a:custGeom>
                <a:avLst/>
                <a:gdLst>
                  <a:gd name="csX0" fmla="*/ 1254867 w 1254867"/>
                  <a:gd name="csY0" fmla="*/ 0 h 3822969"/>
                  <a:gd name="csX1" fmla="*/ 1254867 w 1254867"/>
                  <a:gd name="csY1" fmla="*/ 2568102 h 3822969"/>
                  <a:gd name="csX2" fmla="*/ 0 w 1254867"/>
                  <a:gd name="csY2" fmla="*/ 3822969 h 3822969"/>
                  <a:gd name="csX3" fmla="*/ 0 w 1254867"/>
                  <a:gd name="csY3" fmla="*/ 3822966 h 3822969"/>
                  <a:gd name="csX4" fmla="*/ 1254867 w 1254867"/>
                  <a:gd name="csY4" fmla="*/ 0 h 38229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54867" h="3822969">
                    <a:moveTo>
                      <a:pt x="1254867" y="0"/>
                    </a:moveTo>
                    <a:lnTo>
                      <a:pt x="1254867" y="2568102"/>
                    </a:lnTo>
                    <a:lnTo>
                      <a:pt x="0" y="3822969"/>
                    </a:lnTo>
                    <a:lnTo>
                      <a:pt x="0" y="3822966"/>
                    </a:lnTo>
                    <a:lnTo>
                      <a:pt x="1254867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8E5BCCC1-28D3-3FA2-0358-AC865F4B8A5C}"/>
                </a:ext>
              </a:extLst>
            </p:cNvPr>
            <p:cNvGrpSpPr/>
            <p:nvPr/>
          </p:nvGrpSpPr>
          <p:grpSpPr>
            <a:xfrm rot="5688708">
              <a:off x="4599233" y="1734922"/>
              <a:ext cx="1668669" cy="1528510"/>
              <a:chOff x="3647873" y="963040"/>
              <a:chExt cx="2509736" cy="3822972"/>
            </a:xfrm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grpSpPr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E9D89262-33E9-82ED-33FD-2556EED58F32}"/>
                  </a:ext>
                </a:extLst>
              </p:cNvPr>
              <p:cNvSpPr/>
              <p:nvPr/>
            </p:nvSpPr>
            <p:spPr>
              <a:xfrm>
                <a:off x="4902740" y="963040"/>
                <a:ext cx="1254869" cy="3822972"/>
              </a:xfrm>
              <a:custGeom>
                <a:avLst/>
                <a:gdLst>
                  <a:gd name="csX0" fmla="*/ 1 w 1254869"/>
                  <a:gd name="csY0" fmla="*/ 0 h 3822972"/>
                  <a:gd name="csX1" fmla="*/ 1254869 w 1254869"/>
                  <a:gd name="csY1" fmla="*/ 3822972 h 3822972"/>
                  <a:gd name="csX2" fmla="*/ 1 w 1254869"/>
                  <a:gd name="csY2" fmla="*/ 2568104 h 3822972"/>
                  <a:gd name="csX3" fmla="*/ 0 w 1254869"/>
                  <a:gd name="csY3" fmla="*/ 2568105 h 3822972"/>
                  <a:gd name="csX4" fmla="*/ 0 w 1254869"/>
                  <a:gd name="csY4" fmla="*/ 3 h 3822972"/>
                  <a:gd name="csX5" fmla="*/ 1 w 1254869"/>
                  <a:gd name="csY5" fmla="*/ 0 h 382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254869" h="3822972">
                    <a:moveTo>
                      <a:pt x="1" y="0"/>
                    </a:moveTo>
                    <a:lnTo>
                      <a:pt x="1254869" y="3822972"/>
                    </a:lnTo>
                    <a:lnTo>
                      <a:pt x="1" y="2568104"/>
                    </a:lnTo>
                    <a:lnTo>
                      <a:pt x="0" y="2568105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36F3F25B-014D-8DF6-43F5-CE6F9FF394D5}"/>
                  </a:ext>
                </a:extLst>
              </p:cNvPr>
              <p:cNvSpPr/>
              <p:nvPr/>
            </p:nvSpPr>
            <p:spPr>
              <a:xfrm>
                <a:off x="3647873" y="963043"/>
                <a:ext cx="1254867" cy="3822969"/>
              </a:xfrm>
              <a:custGeom>
                <a:avLst/>
                <a:gdLst>
                  <a:gd name="csX0" fmla="*/ 1254867 w 1254867"/>
                  <a:gd name="csY0" fmla="*/ 0 h 3822969"/>
                  <a:gd name="csX1" fmla="*/ 1254867 w 1254867"/>
                  <a:gd name="csY1" fmla="*/ 2568102 h 3822969"/>
                  <a:gd name="csX2" fmla="*/ 0 w 1254867"/>
                  <a:gd name="csY2" fmla="*/ 3822969 h 3822969"/>
                  <a:gd name="csX3" fmla="*/ 0 w 1254867"/>
                  <a:gd name="csY3" fmla="*/ 3822966 h 3822969"/>
                  <a:gd name="csX4" fmla="*/ 1254867 w 1254867"/>
                  <a:gd name="csY4" fmla="*/ 0 h 38229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54867" h="3822969">
                    <a:moveTo>
                      <a:pt x="1254867" y="0"/>
                    </a:moveTo>
                    <a:lnTo>
                      <a:pt x="1254867" y="2568102"/>
                    </a:lnTo>
                    <a:lnTo>
                      <a:pt x="0" y="3822969"/>
                    </a:lnTo>
                    <a:lnTo>
                      <a:pt x="0" y="3822966"/>
                    </a:lnTo>
                    <a:lnTo>
                      <a:pt x="1254867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D2E0E27F-E2D8-BB31-21FE-E80347A66D9F}"/>
                </a:ext>
              </a:extLst>
            </p:cNvPr>
            <p:cNvGrpSpPr/>
            <p:nvPr/>
          </p:nvGrpSpPr>
          <p:grpSpPr>
            <a:xfrm rot="6225199">
              <a:off x="3042554" y="1622345"/>
              <a:ext cx="1668669" cy="1528510"/>
              <a:chOff x="3647873" y="963040"/>
              <a:chExt cx="2509736" cy="3822972"/>
            </a:xfrm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69530998-5586-868D-A04B-13F5B412254C}"/>
                  </a:ext>
                </a:extLst>
              </p:cNvPr>
              <p:cNvSpPr/>
              <p:nvPr/>
            </p:nvSpPr>
            <p:spPr>
              <a:xfrm>
                <a:off x="4902740" y="963040"/>
                <a:ext cx="1254869" cy="3822972"/>
              </a:xfrm>
              <a:custGeom>
                <a:avLst/>
                <a:gdLst>
                  <a:gd name="csX0" fmla="*/ 1 w 1254869"/>
                  <a:gd name="csY0" fmla="*/ 0 h 3822972"/>
                  <a:gd name="csX1" fmla="*/ 1254869 w 1254869"/>
                  <a:gd name="csY1" fmla="*/ 3822972 h 3822972"/>
                  <a:gd name="csX2" fmla="*/ 1 w 1254869"/>
                  <a:gd name="csY2" fmla="*/ 2568104 h 3822972"/>
                  <a:gd name="csX3" fmla="*/ 0 w 1254869"/>
                  <a:gd name="csY3" fmla="*/ 2568105 h 3822972"/>
                  <a:gd name="csX4" fmla="*/ 0 w 1254869"/>
                  <a:gd name="csY4" fmla="*/ 3 h 3822972"/>
                  <a:gd name="csX5" fmla="*/ 1 w 1254869"/>
                  <a:gd name="csY5" fmla="*/ 0 h 382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254869" h="3822972">
                    <a:moveTo>
                      <a:pt x="1" y="0"/>
                    </a:moveTo>
                    <a:lnTo>
                      <a:pt x="1254869" y="3822972"/>
                    </a:lnTo>
                    <a:lnTo>
                      <a:pt x="1" y="2568104"/>
                    </a:lnTo>
                    <a:lnTo>
                      <a:pt x="0" y="2568105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6317422E-D8C8-15C2-7E8A-F82F02358D25}"/>
                  </a:ext>
                </a:extLst>
              </p:cNvPr>
              <p:cNvSpPr/>
              <p:nvPr/>
            </p:nvSpPr>
            <p:spPr>
              <a:xfrm>
                <a:off x="3647873" y="963043"/>
                <a:ext cx="1254867" cy="3822969"/>
              </a:xfrm>
              <a:custGeom>
                <a:avLst/>
                <a:gdLst>
                  <a:gd name="csX0" fmla="*/ 1254867 w 1254867"/>
                  <a:gd name="csY0" fmla="*/ 0 h 3822969"/>
                  <a:gd name="csX1" fmla="*/ 1254867 w 1254867"/>
                  <a:gd name="csY1" fmla="*/ 2568102 h 3822969"/>
                  <a:gd name="csX2" fmla="*/ 0 w 1254867"/>
                  <a:gd name="csY2" fmla="*/ 3822969 h 3822969"/>
                  <a:gd name="csX3" fmla="*/ 0 w 1254867"/>
                  <a:gd name="csY3" fmla="*/ 3822966 h 3822969"/>
                  <a:gd name="csX4" fmla="*/ 1254867 w 1254867"/>
                  <a:gd name="csY4" fmla="*/ 0 h 38229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54867" h="3822969">
                    <a:moveTo>
                      <a:pt x="1254867" y="0"/>
                    </a:moveTo>
                    <a:lnTo>
                      <a:pt x="1254867" y="2568102"/>
                    </a:lnTo>
                    <a:lnTo>
                      <a:pt x="0" y="3822969"/>
                    </a:lnTo>
                    <a:lnTo>
                      <a:pt x="0" y="3822966"/>
                    </a:lnTo>
                    <a:lnTo>
                      <a:pt x="1254867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C40F6D61-BDE7-4F7E-7813-9D83C6903FB1}"/>
                </a:ext>
              </a:extLst>
            </p:cNvPr>
            <p:cNvGrpSpPr/>
            <p:nvPr/>
          </p:nvGrpSpPr>
          <p:grpSpPr>
            <a:xfrm rot="4784399">
              <a:off x="7572618" y="1612930"/>
              <a:ext cx="1668668" cy="1528510"/>
              <a:chOff x="3647874" y="963040"/>
              <a:chExt cx="2509735" cy="3822973"/>
            </a:xfrm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91E438C7-7949-01FB-F55C-7FDBBB2E1A6C}"/>
                  </a:ext>
                </a:extLst>
              </p:cNvPr>
              <p:cNvSpPr/>
              <p:nvPr/>
            </p:nvSpPr>
            <p:spPr>
              <a:xfrm>
                <a:off x="4902740" y="963040"/>
                <a:ext cx="1254869" cy="3822972"/>
              </a:xfrm>
              <a:custGeom>
                <a:avLst/>
                <a:gdLst>
                  <a:gd name="csX0" fmla="*/ 1 w 1254869"/>
                  <a:gd name="csY0" fmla="*/ 0 h 3822972"/>
                  <a:gd name="csX1" fmla="*/ 1254869 w 1254869"/>
                  <a:gd name="csY1" fmla="*/ 3822972 h 3822972"/>
                  <a:gd name="csX2" fmla="*/ 1 w 1254869"/>
                  <a:gd name="csY2" fmla="*/ 2568104 h 3822972"/>
                  <a:gd name="csX3" fmla="*/ 0 w 1254869"/>
                  <a:gd name="csY3" fmla="*/ 2568105 h 3822972"/>
                  <a:gd name="csX4" fmla="*/ 0 w 1254869"/>
                  <a:gd name="csY4" fmla="*/ 3 h 3822972"/>
                  <a:gd name="csX5" fmla="*/ 1 w 1254869"/>
                  <a:gd name="csY5" fmla="*/ 0 h 382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254869" h="3822972">
                    <a:moveTo>
                      <a:pt x="1" y="0"/>
                    </a:moveTo>
                    <a:lnTo>
                      <a:pt x="1254869" y="3822972"/>
                    </a:lnTo>
                    <a:lnTo>
                      <a:pt x="1" y="2568104"/>
                    </a:lnTo>
                    <a:lnTo>
                      <a:pt x="0" y="2568105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541B54B0-DA59-CB1D-96B4-18EE05465D16}"/>
                  </a:ext>
                </a:extLst>
              </p:cNvPr>
              <p:cNvSpPr/>
              <p:nvPr/>
            </p:nvSpPr>
            <p:spPr>
              <a:xfrm>
                <a:off x="3647874" y="963044"/>
                <a:ext cx="1215502" cy="3822969"/>
              </a:xfrm>
              <a:custGeom>
                <a:avLst/>
                <a:gdLst>
                  <a:gd name="csX0" fmla="*/ 1254867 w 1254867"/>
                  <a:gd name="csY0" fmla="*/ 0 h 3822969"/>
                  <a:gd name="csX1" fmla="*/ 1254867 w 1254867"/>
                  <a:gd name="csY1" fmla="*/ 2568102 h 3822969"/>
                  <a:gd name="csX2" fmla="*/ 0 w 1254867"/>
                  <a:gd name="csY2" fmla="*/ 3822969 h 3822969"/>
                  <a:gd name="csX3" fmla="*/ 0 w 1254867"/>
                  <a:gd name="csY3" fmla="*/ 3822966 h 3822969"/>
                  <a:gd name="csX4" fmla="*/ 1254867 w 1254867"/>
                  <a:gd name="csY4" fmla="*/ 0 h 38229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54867" h="3822969">
                    <a:moveTo>
                      <a:pt x="1254867" y="0"/>
                    </a:moveTo>
                    <a:lnTo>
                      <a:pt x="1254867" y="2568102"/>
                    </a:lnTo>
                    <a:lnTo>
                      <a:pt x="0" y="3822969"/>
                    </a:lnTo>
                    <a:lnTo>
                      <a:pt x="0" y="3822966"/>
                    </a:lnTo>
                    <a:lnTo>
                      <a:pt x="1254867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92499AB0-4438-1455-D4D8-36F311AA0AE1}"/>
                </a:ext>
              </a:extLst>
            </p:cNvPr>
            <p:cNvGrpSpPr/>
            <p:nvPr/>
          </p:nvGrpSpPr>
          <p:grpSpPr>
            <a:xfrm rot="7524471">
              <a:off x="357031" y="368239"/>
              <a:ext cx="1668669" cy="1528510"/>
              <a:chOff x="3647873" y="963040"/>
              <a:chExt cx="2509736" cy="3822972"/>
            </a:xfrm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grpSpPr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5D57E17B-29CB-B066-DD2B-05EF3C27B3C0}"/>
                  </a:ext>
                </a:extLst>
              </p:cNvPr>
              <p:cNvSpPr/>
              <p:nvPr/>
            </p:nvSpPr>
            <p:spPr>
              <a:xfrm>
                <a:off x="4902740" y="963040"/>
                <a:ext cx="1254869" cy="3822972"/>
              </a:xfrm>
              <a:custGeom>
                <a:avLst/>
                <a:gdLst>
                  <a:gd name="csX0" fmla="*/ 1 w 1254869"/>
                  <a:gd name="csY0" fmla="*/ 0 h 3822972"/>
                  <a:gd name="csX1" fmla="*/ 1254869 w 1254869"/>
                  <a:gd name="csY1" fmla="*/ 3822972 h 3822972"/>
                  <a:gd name="csX2" fmla="*/ 1 w 1254869"/>
                  <a:gd name="csY2" fmla="*/ 2568104 h 3822972"/>
                  <a:gd name="csX3" fmla="*/ 0 w 1254869"/>
                  <a:gd name="csY3" fmla="*/ 2568105 h 3822972"/>
                  <a:gd name="csX4" fmla="*/ 0 w 1254869"/>
                  <a:gd name="csY4" fmla="*/ 3 h 3822972"/>
                  <a:gd name="csX5" fmla="*/ 1 w 1254869"/>
                  <a:gd name="csY5" fmla="*/ 0 h 382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254869" h="3822972">
                    <a:moveTo>
                      <a:pt x="1" y="0"/>
                    </a:moveTo>
                    <a:lnTo>
                      <a:pt x="1254869" y="3822972"/>
                    </a:lnTo>
                    <a:lnTo>
                      <a:pt x="1" y="2568104"/>
                    </a:lnTo>
                    <a:lnTo>
                      <a:pt x="0" y="2568105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BC2839F-34F3-013D-A87E-E0559B8EDF27}"/>
                  </a:ext>
                </a:extLst>
              </p:cNvPr>
              <p:cNvSpPr/>
              <p:nvPr/>
            </p:nvSpPr>
            <p:spPr>
              <a:xfrm>
                <a:off x="3647873" y="963043"/>
                <a:ext cx="1254867" cy="3822969"/>
              </a:xfrm>
              <a:custGeom>
                <a:avLst/>
                <a:gdLst>
                  <a:gd name="csX0" fmla="*/ 1254867 w 1254867"/>
                  <a:gd name="csY0" fmla="*/ 0 h 3822969"/>
                  <a:gd name="csX1" fmla="*/ 1254867 w 1254867"/>
                  <a:gd name="csY1" fmla="*/ 2568102 h 3822969"/>
                  <a:gd name="csX2" fmla="*/ 0 w 1254867"/>
                  <a:gd name="csY2" fmla="*/ 3822969 h 3822969"/>
                  <a:gd name="csX3" fmla="*/ 0 w 1254867"/>
                  <a:gd name="csY3" fmla="*/ 3822966 h 3822969"/>
                  <a:gd name="csX4" fmla="*/ 1254867 w 1254867"/>
                  <a:gd name="csY4" fmla="*/ 0 h 38229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54867" h="3822969">
                    <a:moveTo>
                      <a:pt x="1254867" y="0"/>
                    </a:moveTo>
                    <a:lnTo>
                      <a:pt x="1254867" y="2568102"/>
                    </a:lnTo>
                    <a:lnTo>
                      <a:pt x="0" y="3822969"/>
                    </a:lnTo>
                    <a:lnTo>
                      <a:pt x="0" y="3822966"/>
                    </a:lnTo>
                    <a:lnTo>
                      <a:pt x="1254867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</p:grp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84D504E-C3FF-17B5-6EB7-B23C7EE3375F}"/>
              </a:ext>
            </a:extLst>
          </p:cNvPr>
          <p:cNvSpPr txBox="1"/>
          <p:nvPr/>
        </p:nvSpPr>
        <p:spPr>
          <a:xfrm>
            <a:off x="153106" y="2914874"/>
            <a:ext cx="1593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9F254E-492B-D2EC-61C2-D14663E0B49B}"/>
              </a:ext>
            </a:extLst>
          </p:cNvPr>
          <p:cNvSpPr txBox="1"/>
          <p:nvPr/>
        </p:nvSpPr>
        <p:spPr>
          <a:xfrm>
            <a:off x="1635681" y="3687757"/>
            <a:ext cx="1418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378A402-F859-81AC-2F27-89FF9A91ED08}"/>
              </a:ext>
            </a:extLst>
          </p:cNvPr>
          <p:cNvSpPr txBox="1"/>
          <p:nvPr/>
        </p:nvSpPr>
        <p:spPr>
          <a:xfrm>
            <a:off x="2976974" y="4437711"/>
            <a:ext cx="18721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1EAB380-C00C-081D-0157-6B4F052EE5B9}"/>
              </a:ext>
            </a:extLst>
          </p:cNvPr>
          <p:cNvSpPr txBox="1"/>
          <p:nvPr/>
        </p:nvSpPr>
        <p:spPr>
          <a:xfrm>
            <a:off x="4788820" y="4740431"/>
            <a:ext cx="1261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3A55455-2037-EB61-248F-C3E6AF9A97D6}"/>
              </a:ext>
            </a:extLst>
          </p:cNvPr>
          <p:cNvSpPr txBox="1"/>
          <p:nvPr/>
        </p:nvSpPr>
        <p:spPr>
          <a:xfrm>
            <a:off x="7912232" y="4353908"/>
            <a:ext cx="12618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DC65F36-E57A-FA36-1581-8BD34F7FD251}"/>
              </a:ext>
            </a:extLst>
          </p:cNvPr>
          <p:cNvSpPr txBox="1"/>
          <p:nvPr/>
        </p:nvSpPr>
        <p:spPr>
          <a:xfrm>
            <a:off x="9390121" y="3716742"/>
            <a:ext cx="1261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Coach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17D7918-CE24-2E21-5CE1-E149DD363B09}"/>
              </a:ext>
            </a:extLst>
          </p:cNvPr>
          <p:cNvSpPr txBox="1"/>
          <p:nvPr/>
        </p:nvSpPr>
        <p:spPr>
          <a:xfrm>
            <a:off x="10749941" y="3099093"/>
            <a:ext cx="12618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C352CE3-6BEC-C68B-31DA-76080098DC8A}"/>
              </a:ext>
            </a:extLst>
          </p:cNvPr>
          <p:cNvSpPr txBox="1"/>
          <p:nvPr/>
        </p:nvSpPr>
        <p:spPr>
          <a:xfrm>
            <a:off x="6353951" y="4766801"/>
            <a:ext cx="12599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436326D-EF4F-67FF-2595-1B0D28D40307}"/>
              </a:ext>
            </a:extLst>
          </p:cNvPr>
          <p:cNvCxnSpPr/>
          <p:nvPr/>
        </p:nvCxnSpPr>
        <p:spPr>
          <a:xfrm>
            <a:off x="996287" y="1697899"/>
            <a:ext cx="0" cy="1086244"/>
          </a:xfrm>
          <a:prstGeom prst="line">
            <a:avLst/>
          </a:prstGeom>
          <a:ln w="6032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9924D60-E292-6274-1BCB-B86E77F7B32F}"/>
              </a:ext>
            </a:extLst>
          </p:cNvPr>
          <p:cNvCxnSpPr/>
          <p:nvPr/>
        </p:nvCxnSpPr>
        <p:spPr>
          <a:xfrm>
            <a:off x="2158625" y="2409862"/>
            <a:ext cx="0" cy="1086244"/>
          </a:xfrm>
          <a:prstGeom prst="line">
            <a:avLst/>
          </a:prstGeom>
          <a:ln w="6032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7DDABAF-38A8-D681-B2BC-49C101483B28}"/>
              </a:ext>
            </a:extLst>
          </p:cNvPr>
          <p:cNvCxnSpPr/>
          <p:nvPr/>
        </p:nvCxnSpPr>
        <p:spPr>
          <a:xfrm>
            <a:off x="3577995" y="3051310"/>
            <a:ext cx="0" cy="1086244"/>
          </a:xfrm>
          <a:prstGeom prst="line">
            <a:avLst/>
          </a:prstGeom>
          <a:ln w="6032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8ADC7CB-FAAE-976A-9E0E-59D7D2507732}"/>
              </a:ext>
            </a:extLst>
          </p:cNvPr>
          <p:cNvCxnSpPr/>
          <p:nvPr/>
        </p:nvCxnSpPr>
        <p:spPr>
          <a:xfrm>
            <a:off x="5188433" y="3310613"/>
            <a:ext cx="0" cy="1086244"/>
          </a:xfrm>
          <a:prstGeom prst="line">
            <a:avLst/>
          </a:prstGeom>
          <a:ln w="6032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677B316-7D98-1CAE-E36C-F3F53278AFC6}"/>
              </a:ext>
            </a:extLst>
          </p:cNvPr>
          <p:cNvCxnSpPr/>
          <p:nvPr/>
        </p:nvCxnSpPr>
        <p:spPr>
          <a:xfrm>
            <a:off x="6812521" y="3296967"/>
            <a:ext cx="0" cy="1086244"/>
          </a:xfrm>
          <a:prstGeom prst="line">
            <a:avLst/>
          </a:prstGeom>
          <a:ln w="6032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B4E18AB-9315-1375-12E2-CDAAEB6F1286}"/>
              </a:ext>
            </a:extLst>
          </p:cNvPr>
          <p:cNvCxnSpPr/>
          <p:nvPr/>
        </p:nvCxnSpPr>
        <p:spPr>
          <a:xfrm>
            <a:off x="8409316" y="3010365"/>
            <a:ext cx="0" cy="1086244"/>
          </a:xfrm>
          <a:prstGeom prst="line">
            <a:avLst/>
          </a:prstGeom>
          <a:ln w="6032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35DFA98-054A-B911-1673-5C5F959A14E9}"/>
              </a:ext>
            </a:extLst>
          </p:cNvPr>
          <p:cNvCxnSpPr/>
          <p:nvPr/>
        </p:nvCxnSpPr>
        <p:spPr>
          <a:xfrm>
            <a:off x="9965163" y="2478099"/>
            <a:ext cx="0" cy="1086244"/>
          </a:xfrm>
          <a:prstGeom prst="line">
            <a:avLst/>
          </a:prstGeom>
          <a:ln w="6032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1357ED4-0731-63D1-C1F9-6F18E58A76D2}"/>
              </a:ext>
            </a:extLst>
          </p:cNvPr>
          <p:cNvCxnSpPr/>
          <p:nvPr/>
        </p:nvCxnSpPr>
        <p:spPr>
          <a:xfrm>
            <a:off x="11493712" y="1686524"/>
            <a:ext cx="0" cy="1086244"/>
          </a:xfrm>
          <a:prstGeom prst="line">
            <a:avLst/>
          </a:prstGeom>
          <a:ln w="6032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7E74DF3F-A698-3EC3-0CC1-C411B939D858}"/>
              </a:ext>
            </a:extLst>
          </p:cNvPr>
          <p:cNvSpPr txBox="1"/>
          <p:nvPr/>
        </p:nvSpPr>
        <p:spPr>
          <a:xfrm>
            <a:off x="2369679" y="26275"/>
            <a:ext cx="71606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 – Closed Loop Adaptive System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E6D94C6-6BF2-5902-B46B-80340F7087A1}"/>
              </a:ext>
            </a:extLst>
          </p:cNvPr>
          <p:cNvSpPr txBox="1"/>
          <p:nvPr/>
        </p:nvSpPr>
        <p:spPr>
          <a:xfrm>
            <a:off x="791570" y="6086901"/>
            <a:ext cx="8516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Habit-driven adaptive system.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68F0842-24A4-FC13-8CD4-BB27DCA7BA33}"/>
              </a:ext>
            </a:extLst>
          </p:cNvPr>
          <p:cNvSpPr txBox="1"/>
          <p:nvPr/>
        </p:nvSpPr>
        <p:spPr>
          <a:xfrm>
            <a:off x="806682" y="5520191"/>
            <a:ext cx="8516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FitAI is not a template generator.</a:t>
            </a:r>
          </a:p>
        </p:txBody>
      </p:sp>
    </p:spTree>
    <p:extLst>
      <p:ext uri="{BB962C8B-B14F-4D97-AF65-F5344CB8AC3E}">
        <p14:creationId xmlns:p14="http://schemas.microsoft.com/office/powerpoint/2010/main" val="3185284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B75037DC-6F2E-A633-379B-BF3F45129EA9}"/>
              </a:ext>
            </a:extLst>
          </p:cNvPr>
          <p:cNvSpPr/>
          <p:nvPr/>
        </p:nvSpPr>
        <p:spPr>
          <a:xfrm>
            <a:off x="5864572" y="2869659"/>
            <a:ext cx="1123545" cy="1099226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4374CAC-9D62-3A4B-46A9-3D110DA6AB23}"/>
              </a:ext>
            </a:extLst>
          </p:cNvPr>
          <p:cNvSpPr/>
          <p:nvPr/>
        </p:nvSpPr>
        <p:spPr>
          <a:xfrm>
            <a:off x="5858041" y="2853808"/>
            <a:ext cx="1136606" cy="1130929"/>
          </a:xfrm>
          <a:prstGeom prst="ellipse">
            <a:avLst/>
          </a:prstGeom>
          <a:solidFill>
            <a:schemeClr val="tx2"/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75F6B60-C1CB-D084-99FC-FD7C948BDE69}"/>
              </a:ext>
            </a:extLst>
          </p:cNvPr>
          <p:cNvSpPr/>
          <p:nvPr/>
        </p:nvSpPr>
        <p:spPr>
          <a:xfrm>
            <a:off x="5858041" y="2853808"/>
            <a:ext cx="1136606" cy="1130929"/>
          </a:xfrm>
          <a:prstGeom prst="ellipse">
            <a:avLst/>
          </a:prstGeom>
          <a:solidFill>
            <a:schemeClr val="bg1"/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64A1864-C6EB-DBAB-ED12-259FDCE45887}"/>
              </a:ext>
            </a:extLst>
          </p:cNvPr>
          <p:cNvSpPr/>
          <p:nvPr/>
        </p:nvSpPr>
        <p:spPr>
          <a:xfrm>
            <a:off x="5858041" y="2853808"/>
            <a:ext cx="1136606" cy="1130929"/>
          </a:xfrm>
          <a:prstGeom prst="ellipse">
            <a:avLst/>
          </a:prstGeom>
          <a:solidFill>
            <a:schemeClr val="bg1"/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7A7A82A-6F00-9D69-745B-F48BBAF4C2A0}"/>
              </a:ext>
            </a:extLst>
          </p:cNvPr>
          <p:cNvSpPr/>
          <p:nvPr/>
        </p:nvSpPr>
        <p:spPr>
          <a:xfrm>
            <a:off x="5251573" y="2215564"/>
            <a:ext cx="2349543" cy="240741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Weekly Diet Plan Generator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A0BF802-2FF1-BA73-5DE3-846F966C7079}"/>
              </a:ext>
            </a:extLst>
          </p:cNvPr>
          <p:cNvSpPr/>
          <p:nvPr/>
        </p:nvSpPr>
        <p:spPr>
          <a:xfrm>
            <a:off x="5489089" y="2543928"/>
            <a:ext cx="1874510" cy="1750689"/>
          </a:xfrm>
          <a:prstGeom prst="ellipse">
            <a:avLst/>
          </a:prstGeom>
          <a:solidFill>
            <a:srgbClr val="002060"/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Chat Fitness Assistant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9D1FFFD-3627-4A6F-2D76-6921ECDD39CC}"/>
              </a:ext>
            </a:extLst>
          </p:cNvPr>
          <p:cNvSpPr/>
          <p:nvPr/>
        </p:nvSpPr>
        <p:spPr>
          <a:xfrm>
            <a:off x="5304656" y="2287362"/>
            <a:ext cx="2243376" cy="2263821"/>
          </a:xfrm>
          <a:prstGeom prst="ellipse">
            <a:avLst/>
          </a:prstGeom>
          <a:solidFill>
            <a:schemeClr val="accent1"/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Workout Plan Generator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A76EB58-AC89-7B9C-C7B8-AC2652822FEE}"/>
              </a:ext>
            </a:extLst>
          </p:cNvPr>
          <p:cNvSpPr/>
          <p:nvPr/>
        </p:nvSpPr>
        <p:spPr>
          <a:xfrm>
            <a:off x="5618948" y="2583274"/>
            <a:ext cx="1614792" cy="16719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778594B-AE7B-7349-02CC-9151729D1EC5}"/>
              </a:ext>
            </a:extLst>
          </p:cNvPr>
          <p:cNvSpPr/>
          <p:nvPr/>
        </p:nvSpPr>
        <p:spPr>
          <a:xfrm>
            <a:off x="5864572" y="2869659"/>
            <a:ext cx="1123545" cy="1099226"/>
          </a:xfrm>
          <a:prstGeom prst="ellipse">
            <a:avLst/>
          </a:prstGeom>
          <a:solidFill>
            <a:schemeClr val="bg1"/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F02E907-43D4-9120-09EC-A1CA58FEDED5}"/>
              </a:ext>
            </a:extLst>
          </p:cNvPr>
          <p:cNvSpPr/>
          <p:nvPr/>
        </p:nvSpPr>
        <p:spPr>
          <a:xfrm>
            <a:off x="5618948" y="2693837"/>
            <a:ext cx="1614792" cy="145087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D018952-AFC5-60CA-46E1-BB9512E271BB}"/>
              </a:ext>
            </a:extLst>
          </p:cNvPr>
          <p:cNvSpPr/>
          <p:nvPr/>
        </p:nvSpPr>
        <p:spPr>
          <a:xfrm>
            <a:off x="5825662" y="2869659"/>
            <a:ext cx="1201365" cy="1099226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994F83A-81C7-A598-EB4F-A6920D3F5F5A}"/>
              </a:ext>
            </a:extLst>
          </p:cNvPr>
          <p:cNvSpPr/>
          <p:nvPr/>
        </p:nvSpPr>
        <p:spPr>
          <a:xfrm>
            <a:off x="5825662" y="2869659"/>
            <a:ext cx="1201365" cy="1099226"/>
          </a:xfrm>
          <a:prstGeom prst="ellipse">
            <a:avLst/>
          </a:prstGeom>
          <a:solidFill>
            <a:schemeClr val="tx2"/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BD189BA-D714-36AF-6B19-EBA1F8ADFD2F}"/>
              </a:ext>
            </a:extLst>
          </p:cNvPr>
          <p:cNvSpPr/>
          <p:nvPr/>
        </p:nvSpPr>
        <p:spPr>
          <a:xfrm>
            <a:off x="5825662" y="2869659"/>
            <a:ext cx="1201365" cy="1099226"/>
          </a:xfrm>
          <a:prstGeom prst="ellipse">
            <a:avLst/>
          </a:prstGeom>
          <a:solidFill>
            <a:schemeClr val="bg1"/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26C9E4A-E4FD-C391-F5E8-FFF61F85763D}"/>
              </a:ext>
            </a:extLst>
          </p:cNvPr>
          <p:cNvSpPr/>
          <p:nvPr/>
        </p:nvSpPr>
        <p:spPr>
          <a:xfrm>
            <a:off x="5967431" y="2994557"/>
            <a:ext cx="917827" cy="84943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90471CE-6264-E25C-527B-A7BEF705567F}"/>
              </a:ext>
            </a:extLst>
          </p:cNvPr>
          <p:cNvSpPr/>
          <p:nvPr/>
        </p:nvSpPr>
        <p:spPr>
          <a:xfrm>
            <a:off x="5858041" y="2853808"/>
            <a:ext cx="1136606" cy="113092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EACE2A7-4500-A14E-5CC1-2B5865B397A4}"/>
              </a:ext>
            </a:extLst>
          </p:cNvPr>
          <p:cNvSpPr/>
          <p:nvPr/>
        </p:nvSpPr>
        <p:spPr>
          <a:xfrm>
            <a:off x="5551943" y="2633909"/>
            <a:ext cx="1748803" cy="1570726"/>
          </a:xfrm>
          <a:prstGeom prst="ellipse">
            <a:avLst/>
          </a:prstGeom>
          <a:solidFill>
            <a:schemeClr val="tx2"/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Body Measure</a:t>
            </a:r>
          </a:p>
          <a:p>
            <a:pPr algn="ctr"/>
            <a:r>
              <a:rPr lang="en-IN" dirty="0"/>
              <a:t>-ment Tracking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9FC4C12-4BC0-04A2-AAD7-4B1468B710FF}"/>
              </a:ext>
            </a:extLst>
          </p:cNvPr>
          <p:cNvSpPr/>
          <p:nvPr/>
        </p:nvSpPr>
        <p:spPr>
          <a:xfrm>
            <a:off x="4136134" y="1104670"/>
            <a:ext cx="4580420" cy="4629205"/>
          </a:xfrm>
          <a:prstGeom prst="ellipse">
            <a:avLst/>
          </a:prstGeom>
          <a:solidFill>
            <a:schemeClr val="tx2"/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</a:t>
            </a:r>
          </a:p>
          <a:p>
            <a:pPr algn="ctr"/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</p:spTree>
    <p:extLst>
      <p:ext uri="{BB962C8B-B14F-4D97-AF65-F5344CB8AC3E}">
        <p14:creationId xmlns:p14="http://schemas.microsoft.com/office/powerpoint/2010/main" val="3735714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0F3DA6-F66E-922A-668C-88B91B8D9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32E84639-FE6E-93FD-BAD4-31A6EE18F409}"/>
              </a:ext>
            </a:extLst>
          </p:cNvPr>
          <p:cNvSpPr/>
          <p:nvPr/>
        </p:nvSpPr>
        <p:spPr>
          <a:xfrm>
            <a:off x="8088953" y="106701"/>
            <a:ext cx="1123545" cy="1099226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C7AF67D-B207-7EBD-EE1C-DE46FFB62CD4}"/>
              </a:ext>
            </a:extLst>
          </p:cNvPr>
          <p:cNvSpPr/>
          <p:nvPr/>
        </p:nvSpPr>
        <p:spPr>
          <a:xfrm>
            <a:off x="2401472" y="831049"/>
            <a:ext cx="1136606" cy="1130929"/>
          </a:xfrm>
          <a:prstGeom prst="ellipse">
            <a:avLst/>
          </a:prstGeom>
          <a:solidFill>
            <a:schemeClr val="tx2"/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F3DBF2F-CF92-F630-009C-5798A324B990}"/>
              </a:ext>
            </a:extLst>
          </p:cNvPr>
          <p:cNvSpPr/>
          <p:nvPr/>
        </p:nvSpPr>
        <p:spPr>
          <a:xfrm>
            <a:off x="1720044" y="1688628"/>
            <a:ext cx="1136606" cy="1130929"/>
          </a:xfrm>
          <a:prstGeom prst="ellipse">
            <a:avLst/>
          </a:prstGeom>
          <a:solidFill>
            <a:schemeClr val="bg1"/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A95FEA4-08D5-2E53-4159-81861B42A2F4}"/>
              </a:ext>
            </a:extLst>
          </p:cNvPr>
          <p:cNvSpPr/>
          <p:nvPr/>
        </p:nvSpPr>
        <p:spPr>
          <a:xfrm>
            <a:off x="2293701" y="4347684"/>
            <a:ext cx="1136606" cy="1130929"/>
          </a:xfrm>
          <a:prstGeom prst="ellipse">
            <a:avLst/>
          </a:prstGeom>
          <a:solidFill>
            <a:schemeClr val="bg1"/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EE9538F-DF55-6B2C-9AEA-C22A82F98E20}"/>
              </a:ext>
            </a:extLst>
          </p:cNvPr>
          <p:cNvSpPr/>
          <p:nvPr/>
        </p:nvSpPr>
        <p:spPr>
          <a:xfrm>
            <a:off x="3035683" y="4440855"/>
            <a:ext cx="2349543" cy="240741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Weekly Diet Plan Generator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38D1E6B-59E1-CBC8-EFC5-F38ADE631DC7}"/>
              </a:ext>
            </a:extLst>
          </p:cNvPr>
          <p:cNvSpPr/>
          <p:nvPr/>
        </p:nvSpPr>
        <p:spPr>
          <a:xfrm>
            <a:off x="2363193" y="2326072"/>
            <a:ext cx="1874510" cy="1750689"/>
          </a:xfrm>
          <a:prstGeom prst="ellipse">
            <a:avLst/>
          </a:prstGeom>
          <a:solidFill>
            <a:srgbClr val="002060"/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Chat Fitness Assistant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1F52956-A848-D97A-0176-20044E9B024A}"/>
              </a:ext>
            </a:extLst>
          </p:cNvPr>
          <p:cNvSpPr/>
          <p:nvPr/>
        </p:nvSpPr>
        <p:spPr>
          <a:xfrm>
            <a:off x="3292970" y="-9728"/>
            <a:ext cx="2243376" cy="2263821"/>
          </a:xfrm>
          <a:prstGeom prst="ellipse">
            <a:avLst/>
          </a:prstGeom>
          <a:solidFill>
            <a:schemeClr val="accent1"/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Workout Plan Generator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00272F8-46AD-CB77-8EA1-3154EBE74CC0}"/>
              </a:ext>
            </a:extLst>
          </p:cNvPr>
          <p:cNvSpPr/>
          <p:nvPr/>
        </p:nvSpPr>
        <p:spPr>
          <a:xfrm>
            <a:off x="6601250" y="234625"/>
            <a:ext cx="1763413" cy="1716642"/>
          </a:xfrm>
          <a:prstGeom prst="ellipse">
            <a:avLst/>
          </a:prstGeom>
          <a:solidFill>
            <a:schemeClr val="bg1"/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11B8274-C73F-977A-74BB-E3C13FBF9FD2}"/>
              </a:ext>
            </a:extLst>
          </p:cNvPr>
          <p:cNvSpPr/>
          <p:nvPr/>
        </p:nvSpPr>
        <p:spPr>
          <a:xfrm>
            <a:off x="7947700" y="1557707"/>
            <a:ext cx="1956384" cy="1901800"/>
          </a:xfrm>
          <a:prstGeom prst="ellipse">
            <a:avLst/>
          </a:prstGeom>
          <a:solidFill>
            <a:schemeClr val="bg1"/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B62FC14-3041-5C8F-1B00-43538AF1D91F}"/>
              </a:ext>
            </a:extLst>
          </p:cNvPr>
          <p:cNvSpPr/>
          <p:nvPr/>
        </p:nvSpPr>
        <p:spPr>
          <a:xfrm>
            <a:off x="7597706" y="4560711"/>
            <a:ext cx="1614792" cy="145087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Workout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Tracking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729AFCC-4BF2-E72F-77E1-EDB931FAA6C8}"/>
              </a:ext>
            </a:extLst>
          </p:cNvPr>
          <p:cNvSpPr/>
          <p:nvPr/>
        </p:nvSpPr>
        <p:spPr>
          <a:xfrm>
            <a:off x="9459653" y="3079384"/>
            <a:ext cx="1201365" cy="1099226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DB76C9-5825-1D1A-1498-E1A6F0444934}"/>
              </a:ext>
            </a:extLst>
          </p:cNvPr>
          <p:cNvSpPr/>
          <p:nvPr/>
        </p:nvSpPr>
        <p:spPr>
          <a:xfrm>
            <a:off x="10060335" y="1226846"/>
            <a:ext cx="1201365" cy="1099226"/>
          </a:xfrm>
          <a:prstGeom prst="ellipse">
            <a:avLst/>
          </a:prstGeom>
          <a:solidFill>
            <a:schemeClr val="tx2"/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A7D3E46-6750-A4C6-AEBB-69E4077131EA}"/>
              </a:ext>
            </a:extLst>
          </p:cNvPr>
          <p:cNvSpPr/>
          <p:nvPr/>
        </p:nvSpPr>
        <p:spPr>
          <a:xfrm>
            <a:off x="10566173" y="422933"/>
            <a:ext cx="1201365" cy="1099226"/>
          </a:xfrm>
          <a:prstGeom prst="ellipse">
            <a:avLst/>
          </a:prstGeom>
          <a:solidFill>
            <a:schemeClr val="bg1"/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9CDBF3F-8FFB-636B-7DB0-687390B6B44F}"/>
              </a:ext>
            </a:extLst>
          </p:cNvPr>
          <p:cNvSpPr/>
          <p:nvPr/>
        </p:nvSpPr>
        <p:spPr>
          <a:xfrm>
            <a:off x="10706726" y="1893770"/>
            <a:ext cx="917827" cy="84943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38A0A76-AEC6-D16E-F133-E9B0DFB7A33B}"/>
              </a:ext>
            </a:extLst>
          </p:cNvPr>
          <p:cNvSpPr/>
          <p:nvPr/>
        </p:nvSpPr>
        <p:spPr>
          <a:xfrm>
            <a:off x="1085151" y="3782219"/>
            <a:ext cx="1136606" cy="113092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C55F33F-8899-DF62-DB36-EDC763469552}"/>
              </a:ext>
            </a:extLst>
          </p:cNvPr>
          <p:cNvSpPr/>
          <p:nvPr/>
        </p:nvSpPr>
        <p:spPr>
          <a:xfrm>
            <a:off x="9566878" y="4693250"/>
            <a:ext cx="1748803" cy="1570726"/>
          </a:xfrm>
          <a:prstGeom prst="ellipse">
            <a:avLst/>
          </a:prstGeom>
          <a:solidFill>
            <a:schemeClr val="tx2"/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Body Measure</a:t>
            </a:r>
          </a:p>
          <a:p>
            <a:pPr algn="ctr"/>
            <a:r>
              <a:rPr lang="en-IN" dirty="0"/>
              <a:t>-ment Tracking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C43AF08-58CF-62B4-FF99-F10A2F29D0C3}"/>
              </a:ext>
            </a:extLst>
          </p:cNvPr>
          <p:cNvSpPr/>
          <p:nvPr/>
        </p:nvSpPr>
        <p:spPr>
          <a:xfrm>
            <a:off x="3921554" y="1226846"/>
            <a:ext cx="4580420" cy="4629205"/>
          </a:xfrm>
          <a:prstGeom prst="ellipse">
            <a:avLst/>
          </a:prstGeom>
          <a:solidFill>
            <a:schemeClr val="tx2"/>
          </a:solidFill>
          <a:effectLst>
            <a:outerShdw blurRad="50800" dist="381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</a:t>
            </a:r>
          </a:p>
          <a:p>
            <a:pPr algn="ctr"/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8A1B4E1-869B-C6AE-C865-4BB886538760}"/>
              </a:ext>
            </a:extLst>
          </p:cNvPr>
          <p:cNvGrpSpPr/>
          <p:nvPr/>
        </p:nvGrpSpPr>
        <p:grpSpPr>
          <a:xfrm rot="682198">
            <a:off x="5153349" y="-3235579"/>
            <a:ext cx="2499360" cy="2804160"/>
            <a:chOff x="762000" y="3108959"/>
            <a:chExt cx="2499360" cy="2804160"/>
          </a:xfrm>
          <a:solidFill>
            <a:schemeClr val="tx2"/>
          </a:solidFill>
          <a:effectLst>
            <a:outerShdw blurRad="50800" dist="38100" dir="10800000" sx="102000" sy="102000" algn="r" rotWithShape="0">
              <a:prstClr val="black">
                <a:alpha val="40000"/>
              </a:prstClr>
            </a:outerShdw>
          </a:effectLst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045EB2C-E65F-700C-DE34-C2A5537CBEB3}"/>
                </a:ext>
              </a:extLst>
            </p:cNvPr>
            <p:cNvSpPr/>
            <p:nvPr/>
          </p:nvSpPr>
          <p:spPr>
            <a:xfrm>
              <a:off x="762000" y="3108959"/>
              <a:ext cx="2499360" cy="2804160"/>
            </a:xfrm>
            <a:prstGeom prst="roundRect">
              <a:avLst>
                <a:gd name="adj" fmla="val 7317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70B0DAE-B9DB-A141-5229-FD6A83396734}"/>
                </a:ext>
              </a:extLst>
            </p:cNvPr>
            <p:cNvSpPr txBox="1"/>
            <p:nvPr/>
          </p:nvSpPr>
          <p:spPr>
            <a:xfrm>
              <a:off x="1046480" y="3347907"/>
              <a:ext cx="1788160" cy="206210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Goal Timeline Forecast Engine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243529E-DD50-4B02-5749-3D2617579978}"/>
              </a:ext>
            </a:extLst>
          </p:cNvPr>
          <p:cNvGrpSpPr/>
          <p:nvPr/>
        </p:nvGrpSpPr>
        <p:grpSpPr>
          <a:xfrm rot="216317">
            <a:off x="4912780" y="-3235578"/>
            <a:ext cx="2499360" cy="2804160"/>
            <a:chOff x="762000" y="3108959"/>
            <a:chExt cx="2499360" cy="2804160"/>
          </a:xfrm>
          <a:effectLst>
            <a:outerShdw blurRad="50800" dist="38100" dir="10800000" sx="102000" sy="102000" algn="r" rotWithShape="0">
              <a:prstClr val="black">
                <a:alpha val="40000"/>
              </a:prstClr>
            </a:outerShdw>
          </a:effectLst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0096F746-22EC-6A97-C926-F1DC5CDFEB80}"/>
                </a:ext>
              </a:extLst>
            </p:cNvPr>
            <p:cNvSpPr/>
            <p:nvPr/>
          </p:nvSpPr>
          <p:spPr>
            <a:xfrm>
              <a:off x="762000" y="3108959"/>
              <a:ext cx="2499360" cy="2804160"/>
            </a:xfrm>
            <a:prstGeom prst="roundRect">
              <a:avLst>
                <a:gd name="adj" fmla="val 731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5E8D069-992D-5F22-B821-59F6EC17B2EA}"/>
                </a:ext>
              </a:extLst>
            </p:cNvPr>
            <p:cNvSpPr txBox="1"/>
            <p:nvPr/>
          </p:nvSpPr>
          <p:spPr>
            <a:xfrm>
              <a:off x="782320" y="3347908"/>
              <a:ext cx="240622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Progressive Overload Automation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A51CBA6-7B03-9F59-2922-48C3BD615E86}"/>
              </a:ext>
            </a:extLst>
          </p:cNvPr>
          <p:cNvGrpSpPr/>
          <p:nvPr/>
        </p:nvGrpSpPr>
        <p:grpSpPr>
          <a:xfrm rot="953937">
            <a:off x="4976048" y="-3092865"/>
            <a:ext cx="2499360" cy="2804160"/>
            <a:chOff x="762000" y="3108959"/>
            <a:chExt cx="2499360" cy="2804160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10800000" sx="102000" sy="102000" algn="r" rotWithShape="0">
              <a:prstClr val="black">
                <a:alpha val="40000"/>
              </a:prstClr>
            </a:outerShdw>
          </a:effectLst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CE25466F-963C-E515-5819-4AEE362EE485}"/>
                </a:ext>
              </a:extLst>
            </p:cNvPr>
            <p:cNvSpPr/>
            <p:nvPr/>
          </p:nvSpPr>
          <p:spPr>
            <a:xfrm>
              <a:off x="762000" y="3108959"/>
              <a:ext cx="2499360" cy="2804160"/>
            </a:xfrm>
            <a:prstGeom prst="roundRect">
              <a:avLst>
                <a:gd name="adj" fmla="val 7317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4C3FFE6-9361-E4E4-E1B9-3A8A2A455AAC}"/>
                </a:ext>
              </a:extLst>
            </p:cNvPr>
            <p:cNvSpPr txBox="1"/>
            <p:nvPr/>
          </p:nvSpPr>
          <p:spPr>
            <a:xfrm>
              <a:off x="865293" y="3366472"/>
              <a:ext cx="2282614" cy="156966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Energy &amp; recovery monitoring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E30929D-567D-7425-D2DD-90C522416058}"/>
              </a:ext>
            </a:extLst>
          </p:cNvPr>
          <p:cNvGrpSpPr/>
          <p:nvPr/>
        </p:nvGrpSpPr>
        <p:grpSpPr>
          <a:xfrm rot="21044951">
            <a:off x="4789334" y="-3127868"/>
            <a:ext cx="2499360" cy="2804160"/>
            <a:chOff x="762000" y="3108959"/>
            <a:chExt cx="2499360" cy="2804160"/>
          </a:xfrm>
          <a:solidFill>
            <a:schemeClr val="accent3">
              <a:lumMod val="20000"/>
              <a:lumOff val="80000"/>
            </a:schemeClr>
          </a:solidFill>
          <a:effectLst>
            <a:outerShdw blurRad="50800" dist="38100" dir="10800000" sx="102000" sy="102000" algn="r" rotWithShape="0">
              <a:prstClr val="black">
                <a:alpha val="40000"/>
              </a:prstClr>
            </a:outerShdw>
          </a:effectLst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D531E8E4-FA2E-C9D1-AB4F-B5665BDCA467}"/>
                </a:ext>
              </a:extLst>
            </p:cNvPr>
            <p:cNvSpPr/>
            <p:nvPr/>
          </p:nvSpPr>
          <p:spPr>
            <a:xfrm>
              <a:off x="762000" y="3108959"/>
              <a:ext cx="2499360" cy="2804160"/>
            </a:xfrm>
            <a:prstGeom prst="roundRect">
              <a:avLst>
                <a:gd name="adj" fmla="val 7317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5471256-2CE3-7166-88AB-5D1909C864CA}"/>
                </a:ext>
              </a:extLst>
            </p:cNvPr>
            <p:cNvSpPr txBox="1"/>
            <p:nvPr/>
          </p:nvSpPr>
          <p:spPr>
            <a:xfrm>
              <a:off x="1117600" y="3368228"/>
              <a:ext cx="1788160" cy="206210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Drop-off risk detection system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AF4E4C6-EEF0-651A-9AAE-0AD9BFBE3C57}"/>
              </a:ext>
            </a:extLst>
          </p:cNvPr>
          <p:cNvGrpSpPr/>
          <p:nvPr/>
        </p:nvGrpSpPr>
        <p:grpSpPr>
          <a:xfrm>
            <a:off x="2331022" y="-4779126"/>
            <a:ext cx="8596905" cy="988192"/>
            <a:chOff x="1595966" y="423110"/>
            <a:chExt cx="9331960" cy="1341120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5E508AE0-3EDB-8537-D085-3E5F5D0D86FB}"/>
                </a:ext>
              </a:extLst>
            </p:cNvPr>
            <p:cNvSpPr/>
            <p:nvPr/>
          </p:nvSpPr>
          <p:spPr>
            <a:xfrm>
              <a:off x="1595966" y="423110"/>
              <a:ext cx="9331960" cy="1341120"/>
            </a:xfrm>
            <a:prstGeom prst="roundRect">
              <a:avLst/>
            </a:prstGeom>
            <a:gradFill flip="none" rotWithShape="1">
              <a:gsLst>
                <a:gs pos="0">
                  <a:srgbClr val="002060"/>
                </a:gs>
                <a:gs pos="10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cmpd="thinThick">
              <a:noFill/>
            </a:ln>
            <a:effectLst>
              <a:outerShdw blurRad="304800" dist="38100" dir="18900000" sx="103000" sy="103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87D96C8-31B0-6ACA-135E-211F2A7DFFB7}"/>
                </a:ext>
              </a:extLst>
            </p:cNvPr>
            <p:cNvSpPr txBox="1"/>
            <p:nvPr/>
          </p:nvSpPr>
          <p:spPr>
            <a:xfrm>
              <a:off x="2745797" y="566182"/>
              <a:ext cx="683768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Habit &amp; Intelligence Engine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35595AD9-DB24-AA85-9D67-4D268023DF1E}"/>
              </a:ext>
            </a:extLst>
          </p:cNvPr>
          <p:cNvSpPr txBox="1"/>
          <p:nvPr/>
        </p:nvSpPr>
        <p:spPr>
          <a:xfrm>
            <a:off x="894796" y="7946100"/>
            <a:ext cx="9663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ctr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Habit Score = Workout(60%) + Diet(40%)</a:t>
            </a:r>
          </a:p>
        </p:txBody>
      </p:sp>
    </p:spTree>
    <p:extLst>
      <p:ext uri="{BB962C8B-B14F-4D97-AF65-F5344CB8AC3E}">
        <p14:creationId xmlns:p14="http://schemas.microsoft.com/office/powerpoint/2010/main" val="3448564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C197B-2062-610F-0D04-D7F723DCE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45C06585-078D-1912-8288-982063D69C7A}"/>
              </a:ext>
            </a:extLst>
          </p:cNvPr>
          <p:cNvGrpSpPr/>
          <p:nvPr/>
        </p:nvGrpSpPr>
        <p:grpSpPr>
          <a:xfrm rot="682198">
            <a:off x="4749165" y="1660088"/>
            <a:ext cx="2499360" cy="2804160"/>
            <a:chOff x="762000" y="3108959"/>
            <a:chExt cx="2499360" cy="2804160"/>
          </a:xfrm>
          <a:solidFill>
            <a:schemeClr val="tx2"/>
          </a:solidFill>
          <a:effectLst>
            <a:outerShdw blurRad="50800" dist="38100" dir="10800000" sx="102000" sy="102000" algn="r" rotWithShape="0">
              <a:prstClr val="black">
                <a:alpha val="40000"/>
              </a:prstClr>
            </a:outerShdw>
          </a:effectLst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D1C4F754-E191-89AC-4A72-A8433447CFC3}"/>
                </a:ext>
              </a:extLst>
            </p:cNvPr>
            <p:cNvSpPr/>
            <p:nvPr/>
          </p:nvSpPr>
          <p:spPr>
            <a:xfrm>
              <a:off x="762000" y="3108959"/>
              <a:ext cx="2499360" cy="2804160"/>
            </a:xfrm>
            <a:prstGeom prst="roundRect">
              <a:avLst>
                <a:gd name="adj" fmla="val 7317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F502EFD-07BC-07BD-ECE9-42B5EE798470}"/>
                </a:ext>
              </a:extLst>
            </p:cNvPr>
            <p:cNvSpPr txBox="1"/>
            <p:nvPr/>
          </p:nvSpPr>
          <p:spPr>
            <a:xfrm>
              <a:off x="1046480" y="3347907"/>
              <a:ext cx="1788160" cy="206210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Goal Timeline Forecast Engine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381B534-D62D-C4D0-6560-8A81B88C6344}"/>
              </a:ext>
            </a:extLst>
          </p:cNvPr>
          <p:cNvGrpSpPr/>
          <p:nvPr/>
        </p:nvGrpSpPr>
        <p:grpSpPr>
          <a:xfrm rot="216317">
            <a:off x="4508596" y="1660089"/>
            <a:ext cx="2499360" cy="2804160"/>
            <a:chOff x="762000" y="3108959"/>
            <a:chExt cx="2499360" cy="2804160"/>
          </a:xfrm>
          <a:effectLst>
            <a:outerShdw blurRad="50800" dist="38100" dir="10800000" sx="102000" sy="102000" algn="r" rotWithShape="0">
              <a:prstClr val="black">
                <a:alpha val="40000"/>
              </a:prstClr>
            </a:outerShdw>
          </a:effectLst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7D5D253-C87F-CE0D-C153-E114F197B732}"/>
                </a:ext>
              </a:extLst>
            </p:cNvPr>
            <p:cNvSpPr/>
            <p:nvPr/>
          </p:nvSpPr>
          <p:spPr>
            <a:xfrm>
              <a:off x="762000" y="3108959"/>
              <a:ext cx="2499360" cy="2804160"/>
            </a:xfrm>
            <a:prstGeom prst="roundRect">
              <a:avLst>
                <a:gd name="adj" fmla="val 731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FFE7465-D49F-EDC9-B25A-68AE85B982A7}"/>
                </a:ext>
              </a:extLst>
            </p:cNvPr>
            <p:cNvSpPr txBox="1"/>
            <p:nvPr/>
          </p:nvSpPr>
          <p:spPr>
            <a:xfrm>
              <a:off x="782320" y="3347908"/>
              <a:ext cx="240622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Progressive Overload Automation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07C5FB9-9041-5E2C-A798-112FC1D1D2C2}"/>
              </a:ext>
            </a:extLst>
          </p:cNvPr>
          <p:cNvGrpSpPr/>
          <p:nvPr/>
        </p:nvGrpSpPr>
        <p:grpSpPr>
          <a:xfrm rot="953937">
            <a:off x="4571864" y="1802802"/>
            <a:ext cx="2499360" cy="2804160"/>
            <a:chOff x="762000" y="3108959"/>
            <a:chExt cx="2499360" cy="2804160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10800000" sx="102000" sy="102000" algn="r" rotWithShape="0">
              <a:prstClr val="black">
                <a:alpha val="40000"/>
              </a:prstClr>
            </a:outerShdw>
          </a:effectLst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A6BFC48-FFD0-1484-74CD-D563186A1BA6}"/>
                </a:ext>
              </a:extLst>
            </p:cNvPr>
            <p:cNvSpPr/>
            <p:nvPr/>
          </p:nvSpPr>
          <p:spPr>
            <a:xfrm>
              <a:off x="762000" y="3108959"/>
              <a:ext cx="2499360" cy="2804160"/>
            </a:xfrm>
            <a:prstGeom prst="roundRect">
              <a:avLst>
                <a:gd name="adj" fmla="val 7317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F71BD45-DC08-FBA7-3BED-B036E51DF309}"/>
                </a:ext>
              </a:extLst>
            </p:cNvPr>
            <p:cNvSpPr txBox="1"/>
            <p:nvPr/>
          </p:nvSpPr>
          <p:spPr>
            <a:xfrm>
              <a:off x="865293" y="3366472"/>
              <a:ext cx="2282614" cy="156966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Energy &amp; recovery monitoring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19CA2D1-790A-F856-7B3E-23DCBADB9956}"/>
              </a:ext>
            </a:extLst>
          </p:cNvPr>
          <p:cNvGrpSpPr/>
          <p:nvPr/>
        </p:nvGrpSpPr>
        <p:grpSpPr>
          <a:xfrm rot="21044951">
            <a:off x="4385150" y="1767799"/>
            <a:ext cx="2499360" cy="2804160"/>
            <a:chOff x="762000" y="3108959"/>
            <a:chExt cx="2499360" cy="2804160"/>
          </a:xfrm>
          <a:solidFill>
            <a:schemeClr val="accent3">
              <a:lumMod val="20000"/>
              <a:lumOff val="80000"/>
            </a:schemeClr>
          </a:solidFill>
          <a:effectLst>
            <a:outerShdw blurRad="50800" dist="38100" dir="10800000" sx="102000" sy="102000" algn="r" rotWithShape="0">
              <a:prstClr val="black">
                <a:alpha val="40000"/>
              </a:prstClr>
            </a:outerShdw>
          </a:effectLst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02A1589-764E-F8CF-E299-43457EA7F717}"/>
                </a:ext>
              </a:extLst>
            </p:cNvPr>
            <p:cNvSpPr/>
            <p:nvPr/>
          </p:nvSpPr>
          <p:spPr>
            <a:xfrm>
              <a:off x="762000" y="3108959"/>
              <a:ext cx="2499360" cy="2804160"/>
            </a:xfrm>
            <a:prstGeom prst="roundRect">
              <a:avLst>
                <a:gd name="adj" fmla="val 7317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1702920-47B6-8229-FF77-12D0B3C116D4}"/>
                </a:ext>
              </a:extLst>
            </p:cNvPr>
            <p:cNvSpPr txBox="1"/>
            <p:nvPr/>
          </p:nvSpPr>
          <p:spPr>
            <a:xfrm>
              <a:off x="1117600" y="3368228"/>
              <a:ext cx="1788160" cy="206210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Drop-off risk detection system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071DDDE-4F89-037F-CD61-F72E74A2B152}"/>
              </a:ext>
            </a:extLst>
          </p:cNvPr>
          <p:cNvGrpSpPr/>
          <p:nvPr/>
        </p:nvGrpSpPr>
        <p:grpSpPr>
          <a:xfrm>
            <a:off x="1926838" y="116541"/>
            <a:ext cx="8596905" cy="988192"/>
            <a:chOff x="1595966" y="423110"/>
            <a:chExt cx="9331960" cy="134112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DCCBF853-B084-316B-CE16-A7E9CB8D7F1E}"/>
                </a:ext>
              </a:extLst>
            </p:cNvPr>
            <p:cNvSpPr/>
            <p:nvPr/>
          </p:nvSpPr>
          <p:spPr>
            <a:xfrm>
              <a:off x="1595966" y="423110"/>
              <a:ext cx="9331960" cy="1341120"/>
            </a:xfrm>
            <a:prstGeom prst="roundRect">
              <a:avLst/>
            </a:prstGeom>
            <a:gradFill flip="none" rotWithShape="1">
              <a:gsLst>
                <a:gs pos="0">
                  <a:srgbClr val="002060"/>
                </a:gs>
                <a:gs pos="10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cmpd="thinThick">
              <a:noFill/>
            </a:ln>
            <a:effectLst>
              <a:outerShdw blurRad="304800" dist="38100" dir="18900000" sx="103000" sy="103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751A786-8D1D-A21A-6CBE-70E8D7109180}"/>
                </a:ext>
              </a:extLst>
            </p:cNvPr>
            <p:cNvSpPr txBox="1"/>
            <p:nvPr/>
          </p:nvSpPr>
          <p:spPr>
            <a:xfrm>
              <a:off x="2745797" y="566182"/>
              <a:ext cx="683768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Habit &amp; Intelligence Engine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5385ED5E-5AA5-9C43-7D03-479BC346C0B9}"/>
              </a:ext>
            </a:extLst>
          </p:cNvPr>
          <p:cNvSpPr txBox="1"/>
          <p:nvPr/>
        </p:nvSpPr>
        <p:spPr>
          <a:xfrm>
            <a:off x="1264073" y="5888700"/>
            <a:ext cx="9663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ctr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Habit Score = Workout(60%) + Diet(40%)</a:t>
            </a:r>
          </a:p>
        </p:txBody>
      </p:sp>
    </p:spTree>
    <p:extLst>
      <p:ext uri="{BB962C8B-B14F-4D97-AF65-F5344CB8AC3E}">
        <p14:creationId xmlns:p14="http://schemas.microsoft.com/office/powerpoint/2010/main" val="35690884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0E772-69E9-9D5A-D19B-614FE40E8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ACB6489-DAD5-D37E-8590-036C32BF3BC3}"/>
              </a:ext>
            </a:extLst>
          </p:cNvPr>
          <p:cNvGrpSpPr/>
          <p:nvPr/>
        </p:nvGrpSpPr>
        <p:grpSpPr>
          <a:xfrm>
            <a:off x="8950959" y="2096246"/>
            <a:ext cx="2499360" cy="2804160"/>
            <a:chOff x="762000" y="3108959"/>
            <a:chExt cx="2499360" cy="2804160"/>
          </a:xfrm>
          <a:solidFill>
            <a:schemeClr val="tx2"/>
          </a:solidFill>
          <a:effectLst>
            <a:outerShdw blurRad="50800" dist="38100" dir="10800000" sx="102000" sy="102000" algn="r" rotWithShape="0">
              <a:prstClr val="black">
                <a:alpha val="40000"/>
              </a:prstClr>
            </a:outerShdw>
          </a:effectLst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CCDAACC-E210-C0B3-1B40-8E10E9F791CA}"/>
                </a:ext>
              </a:extLst>
            </p:cNvPr>
            <p:cNvSpPr/>
            <p:nvPr/>
          </p:nvSpPr>
          <p:spPr>
            <a:xfrm>
              <a:off x="762000" y="3108959"/>
              <a:ext cx="2499360" cy="2804160"/>
            </a:xfrm>
            <a:prstGeom prst="roundRect">
              <a:avLst>
                <a:gd name="adj" fmla="val 7317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025C127-6011-083C-F4D2-6E1378796652}"/>
                </a:ext>
              </a:extLst>
            </p:cNvPr>
            <p:cNvSpPr txBox="1"/>
            <p:nvPr/>
          </p:nvSpPr>
          <p:spPr>
            <a:xfrm>
              <a:off x="1046480" y="3347907"/>
              <a:ext cx="1788160" cy="206210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Goal Timeline Forecast Engine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F0C3EE4-43B5-D78B-FCFB-2E0570DE495C}"/>
              </a:ext>
            </a:extLst>
          </p:cNvPr>
          <p:cNvGrpSpPr/>
          <p:nvPr/>
        </p:nvGrpSpPr>
        <p:grpSpPr>
          <a:xfrm>
            <a:off x="6302586" y="2103081"/>
            <a:ext cx="2499360" cy="2804160"/>
            <a:chOff x="762000" y="3108959"/>
            <a:chExt cx="2499360" cy="2804160"/>
          </a:xfrm>
          <a:effectLst>
            <a:outerShdw blurRad="50800" dist="38100" dir="10800000" sx="102000" sy="102000" algn="r" rotWithShape="0">
              <a:prstClr val="black">
                <a:alpha val="40000"/>
              </a:prstClr>
            </a:outerShdw>
          </a:effectLst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048CD8E-DFAF-8D94-AB84-A84A3CDDD47F}"/>
                </a:ext>
              </a:extLst>
            </p:cNvPr>
            <p:cNvSpPr/>
            <p:nvPr/>
          </p:nvSpPr>
          <p:spPr>
            <a:xfrm>
              <a:off x="762000" y="3108959"/>
              <a:ext cx="2499360" cy="2804160"/>
            </a:xfrm>
            <a:prstGeom prst="roundRect">
              <a:avLst>
                <a:gd name="adj" fmla="val 731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3F944C7-E616-F70E-FDFF-384D66AC6136}"/>
                </a:ext>
              </a:extLst>
            </p:cNvPr>
            <p:cNvSpPr txBox="1"/>
            <p:nvPr/>
          </p:nvSpPr>
          <p:spPr>
            <a:xfrm>
              <a:off x="782320" y="3347908"/>
              <a:ext cx="240622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Progressive Overload Automation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A3AD0D3-8349-7ADE-0579-3C1BFB0849E1}"/>
              </a:ext>
            </a:extLst>
          </p:cNvPr>
          <p:cNvGrpSpPr/>
          <p:nvPr/>
        </p:nvGrpSpPr>
        <p:grpSpPr>
          <a:xfrm>
            <a:off x="3654213" y="2104837"/>
            <a:ext cx="2499360" cy="2804160"/>
            <a:chOff x="762000" y="3108959"/>
            <a:chExt cx="2499360" cy="2804160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10800000" sx="102000" sy="102000" algn="r" rotWithShape="0">
              <a:prstClr val="black">
                <a:alpha val="40000"/>
              </a:prstClr>
            </a:outerShdw>
          </a:effectLst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5CB7B135-2461-84F0-0E58-72B08FB33431}"/>
                </a:ext>
              </a:extLst>
            </p:cNvPr>
            <p:cNvSpPr/>
            <p:nvPr/>
          </p:nvSpPr>
          <p:spPr>
            <a:xfrm>
              <a:off x="762000" y="3108959"/>
              <a:ext cx="2499360" cy="2804160"/>
            </a:xfrm>
            <a:prstGeom prst="roundRect">
              <a:avLst>
                <a:gd name="adj" fmla="val 7317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98401D-AAAB-C4DC-177D-7779411E957F}"/>
                </a:ext>
              </a:extLst>
            </p:cNvPr>
            <p:cNvSpPr txBox="1"/>
            <p:nvPr/>
          </p:nvSpPr>
          <p:spPr>
            <a:xfrm>
              <a:off x="865293" y="3366472"/>
              <a:ext cx="2282614" cy="156966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Energy &amp; recovery monitoring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9184C07-58AF-75A2-423F-6A2D904B93C1}"/>
              </a:ext>
            </a:extLst>
          </p:cNvPr>
          <p:cNvGrpSpPr/>
          <p:nvPr/>
        </p:nvGrpSpPr>
        <p:grpSpPr>
          <a:xfrm>
            <a:off x="1015999" y="2096246"/>
            <a:ext cx="2499360" cy="2804160"/>
            <a:chOff x="762000" y="3108959"/>
            <a:chExt cx="2499360" cy="2804160"/>
          </a:xfrm>
          <a:solidFill>
            <a:schemeClr val="accent3">
              <a:lumMod val="20000"/>
              <a:lumOff val="80000"/>
            </a:schemeClr>
          </a:solidFill>
          <a:effectLst>
            <a:outerShdw blurRad="50800" dist="38100" dir="10800000" sx="102000" sy="102000" algn="r" rotWithShape="0">
              <a:prstClr val="black">
                <a:alpha val="40000"/>
              </a:prstClr>
            </a:outerShdw>
          </a:effectLst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0901BC2F-5B26-EE86-6DED-F5221704271B}"/>
                </a:ext>
              </a:extLst>
            </p:cNvPr>
            <p:cNvSpPr/>
            <p:nvPr/>
          </p:nvSpPr>
          <p:spPr>
            <a:xfrm>
              <a:off x="762000" y="3108959"/>
              <a:ext cx="2499360" cy="2804160"/>
            </a:xfrm>
            <a:prstGeom prst="roundRect">
              <a:avLst>
                <a:gd name="adj" fmla="val 7317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BD33F43-BE32-EBCA-6F9B-C08D257AB47A}"/>
                </a:ext>
              </a:extLst>
            </p:cNvPr>
            <p:cNvSpPr txBox="1"/>
            <p:nvPr/>
          </p:nvSpPr>
          <p:spPr>
            <a:xfrm>
              <a:off x="1117600" y="3368228"/>
              <a:ext cx="1788160" cy="206210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Drop-off risk detection system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284C1D3-D8BA-E325-B6B2-89843A63F9BF}"/>
              </a:ext>
            </a:extLst>
          </p:cNvPr>
          <p:cNvGrpSpPr/>
          <p:nvPr/>
        </p:nvGrpSpPr>
        <p:grpSpPr>
          <a:xfrm>
            <a:off x="1855120" y="420870"/>
            <a:ext cx="8596905" cy="988192"/>
            <a:chOff x="1595966" y="423110"/>
            <a:chExt cx="9331960" cy="134112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906AC1D-DE79-AA64-7042-4CBEDD9F8BAF}"/>
                </a:ext>
              </a:extLst>
            </p:cNvPr>
            <p:cNvSpPr/>
            <p:nvPr/>
          </p:nvSpPr>
          <p:spPr>
            <a:xfrm>
              <a:off x="1595966" y="423110"/>
              <a:ext cx="9331960" cy="1341120"/>
            </a:xfrm>
            <a:prstGeom prst="roundRect">
              <a:avLst/>
            </a:prstGeom>
            <a:gradFill flip="none" rotWithShape="1">
              <a:gsLst>
                <a:gs pos="0">
                  <a:srgbClr val="002060"/>
                </a:gs>
                <a:gs pos="10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cmpd="thinThick">
              <a:noFill/>
            </a:ln>
            <a:effectLst>
              <a:outerShdw blurRad="304800" dist="38100" dir="18900000" sx="103000" sy="103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A8C3D4E-E07E-1B63-2E0B-30D72971DABB}"/>
                </a:ext>
              </a:extLst>
            </p:cNvPr>
            <p:cNvSpPr txBox="1"/>
            <p:nvPr/>
          </p:nvSpPr>
          <p:spPr>
            <a:xfrm>
              <a:off x="2745797" y="566182"/>
              <a:ext cx="683768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Habit &amp; Intelligence Engine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81BE889A-08CC-FEFA-3084-B993CFF71F1F}"/>
              </a:ext>
            </a:extLst>
          </p:cNvPr>
          <p:cNvSpPr txBox="1"/>
          <p:nvPr/>
        </p:nvSpPr>
        <p:spPr>
          <a:xfrm>
            <a:off x="1264073" y="5888700"/>
            <a:ext cx="9663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ctr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Habit Score = Workout(60%) + Diet(40%)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929C04A-5D9D-38C9-E8B5-72477E1A98E2}"/>
              </a:ext>
            </a:extLst>
          </p:cNvPr>
          <p:cNvGrpSpPr/>
          <p:nvPr/>
        </p:nvGrpSpPr>
        <p:grpSpPr>
          <a:xfrm>
            <a:off x="-2774849" y="1881530"/>
            <a:ext cx="2430780" cy="2707640"/>
            <a:chOff x="2478940" y="3338688"/>
            <a:chExt cx="2430780" cy="2707640"/>
          </a:xfrm>
        </p:grpSpPr>
        <p:sp>
          <p:nvSpPr>
            <p:cNvPr id="4" name="Hexagon 3">
              <a:extLst>
                <a:ext uri="{FF2B5EF4-FFF2-40B4-BE49-F238E27FC236}">
                  <a16:creationId xmlns:a16="http://schemas.microsoft.com/office/drawing/2014/main" id="{59EE8555-1985-4570-B169-C0B8402D0E80}"/>
                </a:ext>
              </a:extLst>
            </p:cNvPr>
            <p:cNvSpPr/>
            <p:nvPr/>
          </p:nvSpPr>
          <p:spPr>
            <a:xfrm rot="16200000">
              <a:off x="2340510" y="3477118"/>
              <a:ext cx="2707640" cy="2430780"/>
            </a:xfrm>
            <a:prstGeom prst="hexagon">
              <a:avLst>
                <a:gd name="adj" fmla="val 28571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6" name="Picture 5" descr="A green leaf with brown text&#10;&#10;AI-generated content may be incorrect.">
              <a:extLst>
                <a:ext uri="{FF2B5EF4-FFF2-40B4-BE49-F238E27FC236}">
                  <a16:creationId xmlns:a16="http://schemas.microsoft.com/office/drawing/2014/main" id="{67E8CB61-75D2-803E-2091-8C46652ADC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24470" y="3893727"/>
              <a:ext cx="1749835" cy="1614642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9DC7F95-A49D-D2BC-D77E-4C57AF703907}"/>
              </a:ext>
            </a:extLst>
          </p:cNvPr>
          <p:cNvGrpSpPr/>
          <p:nvPr/>
        </p:nvGrpSpPr>
        <p:grpSpPr>
          <a:xfrm>
            <a:off x="12640067" y="1740329"/>
            <a:ext cx="2430779" cy="2839720"/>
            <a:chOff x="8068067" y="3317803"/>
            <a:chExt cx="2430779" cy="2839720"/>
          </a:xfrm>
        </p:grpSpPr>
        <p:sp>
          <p:nvSpPr>
            <p:cNvPr id="23" name="Hexagon 22">
              <a:extLst>
                <a:ext uri="{FF2B5EF4-FFF2-40B4-BE49-F238E27FC236}">
                  <a16:creationId xmlns:a16="http://schemas.microsoft.com/office/drawing/2014/main" id="{6D3B3566-FB81-2D37-2072-F8E2C5E136A8}"/>
                </a:ext>
              </a:extLst>
            </p:cNvPr>
            <p:cNvSpPr/>
            <p:nvPr/>
          </p:nvSpPr>
          <p:spPr>
            <a:xfrm rot="16200000">
              <a:off x="7863597" y="3522273"/>
              <a:ext cx="2839720" cy="2430779"/>
            </a:xfrm>
            <a:prstGeom prst="hexagon">
              <a:avLst>
                <a:gd name="adj" fmla="val 28571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4" name="Picture 23" descr="A logo with black and green text&#10;&#10;AI-generated content may be incorrect.">
              <a:extLst>
                <a:ext uri="{FF2B5EF4-FFF2-40B4-BE49-F238E27FC236}">
                  <a16:creationId xmlns:a16="http://schemas.microsoft.com/office/drawing/2014/main" id="{2FF41F6D-A6E5-4147-9470-B3E709FA5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60347" y="3775242"/>
              <a:ext cx="2048043" cy="2128253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E9A4B92-6E66-E56A-BF7B-0DCC4FD27161}"/>
              </a:ext>
            </a:extLst>
          </p:cNvPr>
          <p:cNvGrpSpPr/>
          <p:nvPr/>
        </p:nvGrpSpPr>
        <p:grpSpPr>
          <a:xfrm>
            <a:off x="904131" y="-3005638"/>
            <a:ext cx="2608263" cy="2707640"/>
            <a:chOff x="3791710" y="1272257"/>
            <a:chExt cx="2608263" cy="2707640"/>
          </a:xfrm>
        </p:grpSpPr>
        <p:sp>
          <p:nvSpPr>
            <p:cNvPr id="27" name="Hexagon 26">
              <a:extLst>
                <a:ext uri="{FF2B5EF4-FFF2-40B4-BE49-F238E27FC236}">
                  <a16:creationId xmlns:a16="http://schemas.microsoft.com/office/drawing/2014/main" id="{3A801240-DFF5-F50B-E72A-530DADB2A23F}"/>
                </a:ext>
              </a:extLst>
            </p:cNvPr>
            <p:cNvSpPr/>
            <p:nvPr/>
          </p:nvSpPr>
          <p:spPr>
            <a:xfrm rot="16200000">
              <a:off x="3742022" y="1321945"/>
              <a:ext cx="2707640" cy="2608263"/>
            </a:xfrm>
            <a:prstGeom prst="hexagon">
              <a:avLst>
                <a:gd name="adj" fmla="val 28571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28" name="Picture 27" descr="A yellow square with black text&#10;&#10;AI-generated content may be incorrect.">
              <a:extLst>
                <a:ext uri="{FF2B5EF4-FFF2-40B4-BE49-F238E27FC236}">
                  <a16:creationId xmlns:a16="http://schemas.microsoft.com/office/drawing/2014/main" id="{9FD207CC-8116-21F2-B9CE-5957C14825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24444" b="-643"/>
            <a:stretch>
              <a:fillRect/>
            </a:stretch>
          </p:blipFill>
          <p:spPr>
            <a:xfrm>
              <a:off x="4185776" y="1874118"/>
              <a:ext cx="1842160" cy="1495737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1E7B0BD-E4B5-263C-1D8E-A0E7F134D4F5}"/>
              </a:ext>
            </a:extLst>
          </p:cNvPr>
          <p:cNvGrpSpPr/>
          <p:nvPr/>
        </p:nvGrpSpPr>
        <p:grpSpPr>
          <a:xfrm>
            <a:off x="7826107" y="-3005638"/>
            <a:ext cx="2608264" cy="2707640"/>
            <a:chOff x="6529370" y="1272257"/>
            <a:chExt cx="2608264" cy="2707640"/>
          </a:xfrm>
        </p:grpSpPr>
        <p:sp>
          <p:nvSpPr>
            <p:cNvPr id="31" name="Hexagon 30">
              <a:extLst>
                <a:ext uri="{FF2B5EF4-FFF2-40B4-BE49-F238E27FC236}">
                  <a16:creationId xmlns:a16="http://schemas.microsoft.com/office/drawing/2014/main" id="{0F4CB321-3B18-B455-8184-34877004915A}"/>
                </a:ext>
              </a:extLst>
            </p:cNvPr>
            <p:cNvSpPr/>
            <p:nvPr/>
          </p:nvSpPr>
          <p:spPr>
            <a:xfrm rot="16200000">
              <a:off x="6479682" y="1321945"/>
              <a:ext cx="2707640" cy="2608264"/>
            </a:xfrm>
            <a:prstGeom prst="hexagon">
              <a:avLst>
                <a:gd name="adj" fmla="val 28571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2" name="Picture 31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72D36349-F612-A903-DFC9-5D1D6EB93A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032" t="29028" r="-629" b="28151"/>
            <a:stretch>
              <a:fillRect/>
            </a:stretch>
          </p:blipFill>
          <p:spPr>
            <a:xfrm>
              <a:off x="6791439" y="2167622"/>
              <a:ext cx="2082327" cy="913622"/>
            </a:xfrm>
            <a:prstGeom prst="rect">
              <a:avLst/>
            </a:prstGeom>
          </p:spPr>
        </p:pic>
      </p:grpSp>
      <p:pic>
        <p:nvPicPr>
          <p:cNvPr id="35" name="Graphic 34" descr="Single gear with solid fill">
            <a:extLst>
              <a:ext uri="{FF2B5EF4-FFF2-40B4-BE49-F238E27FC236}">
                <a16:creationId xmlns:a16="http://schemas.microsoft.com/office/drawing/2014/main" id="{F82F92B2-A9A3-954F-9820-5E35463292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9720000">
            <a:off x="4800863" y="7125941"/>
            <a:ext cx="3012656" cy="258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60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7DC2FA-17F3-46D1-87AC-FD773F011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CFCE407-7182-6C34-9CE3-EE3415B4337F}"/>
              </a:ext>
            </a:extLst>
          </p:cNvPr>
          <p:cNvSpPr/>
          <p:nvPr/>
        </p:nvSpPr>
        <p:spPr>
          <a:xfrm>
            <a:off x="5658171" y="4058920"/>
            <a:ext cx="1645920" cy="391724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Graphic 4" descr="Single gear with solid fill">
            <a:extLst>
              <a:ext uri="{FF2B5EF4-FFF2-40B4-BE49-F238E27FC236}">
                <a16:creationId xmlns:a16="http://schemas.microsoft.com/office/drawing/2014/main" id="{72485465-C565-C82D-BF92-64A1EAE47E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2285" y="2985767"/>
            <a:ext cx="4349750" cy="37312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2BEEE8-C796-9CAA-1E81-60EA5E26C966}"/>
              </a:ext>
            </a:extLst>
          </p:cNvPr>
          <p:cNvSpPr txBox="1"/>
          <p:nvPr/>
        </p:nvSpPr>
        <p:spPr>
          <a:xfrm>
            <a:off x="-136822" y="288452"/>
            <a:ext cx="55780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rgbClr val="0E28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 &amp; Architecture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5F130F-8A75-7282-8F99-4F23D166C1B7}"/>
              </a:ext>
            </a:extLst>
          </p:cNvPr>
          <p:cNvGrpSpPr/>
          <p:nvPr/>
        </p:nvGrpSpPr>
        <p:grpSpPr>
          <a:xfrm>
            <a:off x="2478940" y="3338688"/>
            <a:ext cx="2430780" cy="2707640"/>
            <a:chOff x="2478940" y="3338688"/>
            <a:chExt cx="2430780" cy="2707640"/>
          </a:xfrm>
        </p:grpSpPr>
        <p:sp>
          <p:nvSpPr>
            <p:cNvPr id="7" name="Hexagon 6">
              <a:extLst>
                <a:ext uri="{FF2B5EF4-FFF2-40B4-BE49-F238E27FC236}">
                  <a16:creationId xmlns:a16="http://schemas.microsoft.com/office/drawing/2014/main" id="{FA453DBC-2595-1054-50E5-926A33950029}"/>
                </a:ext>
              </a:extLst>
            </p:cNvPr>
            <p:cNvSpPr/>
            <p:nvPr/>
          </p:nvSpPr>
          <p:spPr>
            <a:xfrm rot="16200000">
              <a:off x="2340510" y="3477118"/>
              <a:ext cx="2707640" cy="2430780"/>
            </a:xfrm>
            <a:prstGeom prst="hexagon">
              <a:avLst>
                <a:gd name="adj" fmla="val 28571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8" name="Picture 7" descr="A green leaf with brown text&#10;&#10;AI-generated content may be incorrect.">
              <a:extLst>
                <a:ext uri="{FF2B5EF4-FFF2-40B4-BE49-F238E27FC236}">
                  <a16:creationId xmlns:a16="http://schemas.microsoft.com/office/drawing/2014/main" id="{A9EB8BD0-8FE2-D1ED-D3BA-4785BECC82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24470" y="3893727"/>
              <a:ext cx="1749835" cy="1614642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B4BFE97-5FF3-8974-7A96-C4D3C15C5BBA}"/>
              </a:ext>
            </a:extLst>
          </p:cNvPr>
          <p:cNvGrpSpPr/>
          <p:nvPr/>
        </p:nvGrpSpPr>
        <p:grpSpPr>
          <a:xfrm>
            <a:off x="3791710" y="1272257"/>
            <a:ext cx="2608263" cy="2707640"/>
            <a:chOff x="3791710" y="1272257"/>
            <a:chExt cx="2608263" cy="2707640"/>
          </a:xfrm>
        </p:grpSpPr>
        <p:sp>
          <p:nvSpPr>
            <p:cNvPr id="9" name="Hexagon 8">
              <a:extLst>
                <a:ext uri="{FF2B5EF4-FFF2-40B4-BE49-F238E27FC236}">
                  <a16:creationId xmlns:a16="http://schemas.microsoft.com/office/drawing/2014/main" id="{7802FA59-C984-250F-47E7-77BD105CF846}"/>
                </a:ext>
              </a:extLst>
            </p:cNvPr>
            <p:cNvSpPr/>
            <p:nvPr/>
          </p:nvSpPr>
          <p:spPr>
            <a:xfrm rot="16200000">
              <a:off x="3742022" y="1321945"/>
              <a:ext cx="2707640" cy="2608263"/>
            </a:xfrm>
            <a:prstGeom prst="hexagon">
              <a:avLst>
                <a:gd name="adj" fmla="val 28571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13" name="Picture 12" descr="A yellow square with black text&#10;&#10;AI-generated content may be incorrect.">
              <a:extLst>
                <a:ext uri="{FF2B5EF4-FFF2-40B4-BE49-F238E27FC236}">
                  <a16:creationId xmlns:a16="http://schemas.microsoft.com/office/drawing/2014/main" id="{C0D7767E-36A5-5516-76A3-865426F46E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24444" b="-643"/>
            <a:stretch>
              <a:fillRect/>
            </a:stretch>
          </p:blipFill>
          <p:spPr>
            <a:xfrm>
              <a:off x="4185776" y="1874118"/>
              <a:ext cx="1842160" cy="1495737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BC1208F-A6DE-B12B-6297-14E7EB948D33}"/>
              </a:ext>
            </a:extLst>
          </p:cNvPr>
          <p:cNvGrpSpPr/>
          <p:nvPr/>
        </p:nvGrpSpPr>
        <p:grpSpPr>
          <a:xfrm>
            <a:off x="6529370" y="1272257"/>
            <a:ext cx="2608264" cy="2707640"/>
            <a:chOff x="6529370" y="1272257"/>
            <a:chExt cx="2608264" cy="2707640"/>
          </a:xfrm>
        </p:grpSpPr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4BDEA960-AF48-0B31-CBC3-27B826F6A567}"/>
                </a:ext>
              </a:extLst>
            </p:cNvPr>
            <p:cNvSpPr/>
            <p:nvPr/>
          </p:nvSpPr>
          <p:spPr>
            <a:xfrm rot="16200000">
              <a:off x="6479682" y="1321945"/>
              <a:ext cx="2707640" cy="2608264"/>
            </a:xfrm>
            <a:prstGeom prst="hexagon">
              <a:avLst>
                <a:gd name="adj" fmla="val 28571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" name="Picture 3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15819F23-BEA0-607A-F601-2E87BD2E704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032" t="29028" r="-629" b="28151"/>
            <a:stretch>
              <a:fillRect/>
            </a:stretch>
          </p:blipFill>
          <p:spPr>
            <a:xfrm>
              <a:off x="6791439" y="2167622"/>
              <a:ext cx="2082327" cy="913622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C2BCFB9-2974-47D4-DAE7-F05C525344A0}"/>
              </a:ext>
            </a:extLst>
          </p:cNvPr>
          <p:cNvGrpSpPr/>
          <p:nvPr/>
        </p:nvGrpSpPr>
        <p:grpSpPr>
          <a:xfrm>
            <a:off x="8068067" y="3317803"/>
            <a:ext cx="2430779" cy="2839720"/>
            <a:chOff x="8068067" y="3317803"/>
            <a:chExt cx="2430779" cy="2839720"/>
          </a:xfrm>
        </p:grpSpPr>
        <p:sp>
          <p:nvSpPr>
            <p:cNvPr id="11" name="Hexagon 10">
              <a:extLst>
                <a:ext uri="{FF2B5EF4-FFF2-40B4-BE49-F238E27FC236}">
                  <a16:creationId xmlns:a16="http://schemas.microsoft.com/office/drawing/2014/main" id="{22F2D3BD-60B0-E3ED-3AED-C56487B99F7E}"/>
                </a:ext>
              </a:extLst>
            </p:cNvPr>
            <p:cNvSpPr/>
            <p:nvPr/>
          </p:nvSpPr>
          <p:spPr>
            <a:xfrm rot="16200000">
              <a:off x="7863597" y="3522273"/>
              <a:ext cx="2839720" cy="2430779"/>
            </a:xfrm>
            <a:prstGeom prst="hexagon">
              <a:avLst>
                <a:gd name="adj" fmla="val 28571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6" name="Picture 5" descr="A logo with black and green text&#10;&#10;AI-generated content may be incorrect.">
              <a:extLst>
                <a:ext uri="{FF2B5EF4-FFF2-40B4-BE49-F238E27FC236}">
                  <a16:creationId xmlns:a16="http://schemas.microsoft.com/office/drawing/2014/main" id="{290E180C-9A1D-63BF-7675-41307D567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260347" y="3775242"/>
              <a:ext cx="2048043" cy="21282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5382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91972-C4A3-F899-0B76-26582550C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A116352-C61D-E9F1-720B-F2AF874B51C7}"/>
              </a:ext>
            </a:extLst>
          </p:cNvPr>
          <p:cNvSpPr/>
          <p:nvPr/>
        </p:nvSpPr>
        <p:spPr>
          <a:xfrm>
            <a:off x="-22860" y="-22860"/>
            <a:ext cx="12214860" cy="688086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79D64CC-0390-FF3A-1FF2-086CD411476B}"/>
              </a:ext>
            </a:extLst>
          </p:cNvPr>
          <p:cNvSpPr/>
          <p:nvPr/>
        </p:nvSpPr>
        <p:spPr>
          <a:xfrm>
            <a:off x="377813" y="2346850"/>
            <a:ext cx="2602816" cy="380434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9C9E56-D0BF-B84E-A5BF-3E32D871B58D}"/>
              </a:ext>
            </a:extLst>
          </p:cNvPr>
          <p:cNvSpPr/>
          <p:nvPr/>
        </p:nvSpPr>
        <p:spPr>
          <a:xfrm>
            <a:off x="580577" y="472490"/>
            <a:ext cx="63401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Impact &amp; Scalability</a:t>
            </a:r>
            <a:endParaRPr lang="en-US" sz="5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55DA7D-CB31-2F3F-08F8-7C9264DDC70F}"/>
              </a:ext>
            </a:extLst>
          </p:cNvPr>
          <p:cNvSpPr/>
          <p:nvPr/>
        </p:nvSpPr>
        <p:spPr>
          <a:xfrm>
            <a:off x="580577" y="2380313"/>
            <a:ext cx="8859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C57398-C2CD-FD7E-C5D9-DA2A31EE5DC7}"/>
              </a:ext>
            </a:extLst>
          </p:cNvPr>
          <p:cNvSpPr/>
          <p:nvPr/>
        </p:nvSpPr>
        <p:spPr>
          <a:xfrm>
            <a:off x="584963" y="3554358"/>
            <a:ext cx="2271776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Promotes 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sustainable 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health habits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EC5BAC-47D9-0DD1-C198-CC13ED5EC649}"/>
              </a:ext>
            </a:extLst>
          </p:cNvPr>
          <p:cNvSpPr/>
          <p:nvPr/>
        </p:nvSpPr>
        <p:spPr>
          <a:xfrm>
            <a:off x="3304946" y="2380313"/>
            <a:ext cx="87716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E94853-71C3-AD4B-17BB-0F954C8E75D0}"/>
              </a:ext>
            </a:extLst>
          </p:cNvPr>
          <p:cNvSpPr/>
          <p:nvPr/>
        </p:nvSpPr>
        <p:spPr>
          <a:xfrm>
            <a:off x="3293657" y="3550359"/>
            <a:ext cx="2702984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Prevents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Overtraining &amp;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Burnout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46F374-8EE5-9BA1-4C5E-4F6F5317EE4B}"/>
              </a:ext>
            </a:extLst>
          </p:cNvPr>
          <p:cNvSpPr/>
          <p:nvPr/>
        </p:nvSpPr>
        <p:spPr>
          <a:xfrm>
            <a:off x="6431965" y="2370202"/>
            <a:ext cx="87716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7AEDAC-1315-E956-67C0-FACAF6FF88C9}"/>
              </a:ext>
            </a:extLst>
          </p:cNvPr>
          <p:cNvSpPr/>
          <p:nvPr/>
        </p:nvSpPr>
        <p:spPr>
          <a:xfrm>
            <a:off x="9226585" y="2336335"/>
            <a:ext cx="87716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258145-D3F6-B06F-FAC3-7A133825F056}"/>
              </a:ext>
            </a:extLst>
          </p:cNvPr>
          <p:cNvSpPr/>
          <p:nvPr/>
        </p:nvSpPr>
        <p:spPr>
          <a:xfrm>
            <a:off x="6444578" y="3524961"/>
            <a:ext cx="2100255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Scalable to 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Mobile app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Wearable 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CE80AB-3E64-2772-FA18-BACBDC51090B}"/>
              </a:ext>
            </a:extLst>
          </p:cNvPr>
          <p:cNvSpPr/>
          <p:nvPr/>
        </p:nvSpPr>
        <p:spPr>
          <a:xfrm>
            <a:off x="9232933" y="3496742"/>
            <a:ext cx="2258952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Corporate 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Wellness &amp;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Premium 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Subscription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Potential </a:t>
            </a:r>
          </a:p>
        </p:txBody>
      </p:sp>
    </p:spTree>
    <p:extLst>
      <p:ext uri="{BB962C8B-B14F-4D97-AF65-F5344CB8AC3E}">
        <p14:creationId xmlns:p14="http://schemas.microsoft.com/office/powerpoint/2010/main" val="2357329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B0696-2942-28EA-1814-646FFB8BF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49CCE78-8F6F-3C35-BB91-4B1645209519}"/>
              </a:ext>
            </a:extLst>
          </p:cNvPr>
          <p:cNvSpPr/>
          <p:nvPr/>
        </p:nvSpPr>
        <p:spPr>
          <a:xfrm>
            <a:off x="-22860" y="-22860"/>
            <a:ext cx="12214860" cy="688086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767CA2A-771F-FFB8-CDE3-F1E17F3B5A19}"/>
              </a:ext>
            </a:extLst>
          </p:cNvPr>
          <p:cNvSpPr/>
          <p:nvPr/>
        </p:nvSpPr>
        <p:spPr>
          <a:xfrm>
            <a:off x="3296371" y="2359376"/>
            <a:ext cx="2602816" cy="38043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C77396-817C-F051-4400-8FB96FF680FA}"/>
              </a:ext>
            </a:extLst>
          </p:cNvPr>
          <p:cNvSpPr/>
          <p:nvPr/>
        </p:nvSpPr>
        <p:spPr>
          <a:xfrm>
            <a:off x="580577" y="472490"/>
            <a:ext cx="63401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Impact &amp; Scalability</a:t>
            </a:r>
            <a:endParaRPr lang="en-US" sz="5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860EC4-D6FB-A2A8-FCEC-A5A74AAC762C}"/>
              </a:ext>
            </a:extLst>
          </p:cNvPr>
          <p:cNvSpPr/>
          <p:nvPr/>
        </p:nvSpPr>
        <p:spPr>
          <a:xfrm>
            <a:off x="580577" y="2380313"/>
            <a:ext cx="8859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943D6D-0D87-FD28-7908-E83A5103E61F}"/>
              </a:ext>
            </a:extLst>
          </p:cNvPr>
          <p:cNvSpPr/>
          <p:nvPr/>
        </p:nvSpPr>
        <p:spPr>
          <a:xfrm>
            <a:off x="584963" y="3554358"/>
            <a:ext cx="2271776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Promotes </a:t>
            </a:r>
          </a:p>
          <a:p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sustainable </a:t>
            </a:r>
          </a:p>
          <a:p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health habits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13CBD7-72E3-EC53-82F4-787C338BDEBA}"/>
              </a:ext>
            </a:extLst>
          </p:cNvPr>
          <p:cNvSpPr/>
          <p:nvPr/>
        </p:nvSpPr>
        <p:spPr>
          <a:xfrm>
            <a:off x="3304946" y="2380313"/>
            <a:ext cx="87716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3B49D1-B5FA-0062-DC5E-3B4A8E9D1C0D}"/>
              </a:ext>
            </a:extLst>
          </p:cNvPr>
          <p:cNvSpPr/>
          <p:nvPr/>
        </p:nvSpPr>
        <p:spPr>
          <a:xfrm>
            <a:off x="3293657" y="3550359"/>
            <a:ext cx="2702984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Prevents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Overtraining &amp;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Burnout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5FF7A4-4860-C068-2F01-A411B70E7589}"/>
              </a:ext>
            </a:extLst>
          </p:cNvPr>
          <p:cNvSpPr/>
          <p:nvPr/>
        </p:nvSpPr>
        <p:spPr>
          <a:xfrm>
            <a:off x="6431965" y="2370202"/>
            <a:ext cx="87716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9426C5-CE01-F3AC-C381-057B20AC0858}"/>
              </a:ext>
            </a:extLst>
          </p:cNvPr>
          <p:cNvSpPr/>
          <p:nvPr/>
        </p:nvSpPr>
        <p:spPr>
          <a:xfrm>
            <a:off x="9226585" y="2336335"/>
            <a:ext cx="87716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8D67D2-C344-91C0-44DB-751EA067E2CC}"/>
              </a:ext>
            </a:extLst>
          </p:cNvPr>
          <p:cNvSpPr/>
          <p:nvPr/>
        </p:nvSpPr>
        <p:spPr>
          <a:xfrm>
            <a:off x="6444578" y="3524961"/>
            <a:ext cx="2100255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Scalable to 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Mobile app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Wearable 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15944A-EB7B-F7AB-3A46-924FFB6D27B7}"/>
              </a:ext>
            </a:extLst>
          </p:cNvPr>
          <p:cNvSpPr/>
          <p:nvPr/>
        </p:nvSpPr>
        <p:spPr>
          <a:xfrm>
            <a:off x="9232933" y="3496742"/>
            <a:ext cx="2258952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Corporate 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Wellness &amp;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Premium 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Subscription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Potential </a:t>
            </a:r>
          </a:p>
        </p:txBody>
      </p:sp>
    </p:spTree>
    <p:extLst>
      <p:ext uri="{BB962C8B-B14F-4D97-AF65-F5344CB8AC3E}">
        <p14:creationId xmlns:p14="http://schemas.microsoft.com/office/powerpoint/2010/main" val="818340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D5D1C-3C1B-DF23-34F1-F66C0B802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17D6263-4F4C-DEE9-D5B8-4F51331E41DB}"/>
              </a:ext>
            </a:extLst>
          </p:cNvPr>
          <p:cNvSpPr/>
          <p:nvPr/>
        </p:nvSpPr>
        <p:spPr>
          <a:xfrm>
            <a:off x="-22860" y="-22860"/>
            <a:ext cx="12214860" cy="688086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AEE45F5-597F-D917-03F3-6EF26C93CE52}"/>
              </a:ext>
            </a:extLst>
          </p:cNvPr>
          <p:cNvSpPr/>
          <p:nvPr/>
        </p:nvSpPr>
        <p:spPr>
          <a:xfrm>
            <a:off x="6164825" y="2359376"/>
            <a:ext cx="2602816" cy="380434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12D566-FB60-0C4F-3751-D138DAB20AD7}"/>
              </a:ext>
            </a:extLst>
          </p:cNvPr>
          <p:cNvSpPr/>
          <p:nvPr/>
        </p:nvSpPr>
        <p:spPr>
          <a:xfrm>
            <a:off x="580577" y="472490"/>
            <a:ext cx="63401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Impact &amp; Scalability</a:t>
            </a:r>
            <a:endParaRPr lang="en-US" sz="5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7DD1A6-D67E-EE1E-C86A-28F199163D23}"/>
              </a:ext>
            </a:extLst>
          </p:cNvPr>
          <p:cNvSpPr/>
          <p:nvPr/>
        </p:nvSpPr>
        <p:spPr>
          <a:xfrm>
            <a:off x="580577" y="2380313"/>
            <a:ext cx="8859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3FBE45-7E9D-A163-BB69-665479AA6DC0}"/>
              </a:ext>
            </a:extLst>
          </p:cNvPr>
          <p:cNvSpPr/>
          <p:nvPr/>
        </p:nvSpPr>
        <p:spPr>
          <a:xfrm>
            <a:off x="584963" y="3554358"/>
            <a:ext cx="2271776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Promotes </a:t>
            </a:r>
          </a:p>
          <a:p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sustainable </a:t>
            </a:r>
          </a:p>
          <a:p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health habits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C4D105-3BBC-CBBA-CA03-25DDE3BD1F7F}"/>
              </a:ext>
            </a:extLst>
          </p:cNvPr>
          <p:cNvSpPr/>
          <p:nvPr/>
        </p:nvSpPr>
        <p:spPr>
          <a:xfrm>
            <a:off x="3304946" y="2380313"/>
            <a:ext cx="87716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F75365-7A90-875C-03FC-240F7642A262}"/>
              </a:ext>
            </a:extLst>
          </p:cNvPr>
          <p:cNvSpPr/>
          <p:nvPr/>
        </p:nvSpPr>
        <p:spPr>
          <a:xfrm>
            <a:off x="3293657" y="3550359"/>
            <a:ext cx="2702984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Prevents</a:t>
            </a:r>
          </a:p>
          <a:p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Overtraining &amp;</a:t>
            </a:r>
          </a:p>
          <a:p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Burnout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57976D-BA74-AB77-8D75-105D0BF798B5}"/>
              </a:ext>
            </a:extLst>
          </p:cNvPr>
          <p:cNvSpPr/>
          <p:nvPr/>
        </p:nvSpPr>
        <p:spPr>
          <a:xfrm>
            <a:off x="6431965" y="2370202"/>
            <a:ext cx="87716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F21D83-FB73-9BC2-5730-65B0F0A39842}"/>
              </a:ext>
            </a:extLst>
          </p:cNvPr>
          <p:cNvSpPr/>
          <p:nvPr/>
        </p:nvSpPr>
        <p:spPr>
          <a:xfrm>
            <a:off x="9226585" y="2336335"/>
            <a:ext cx="87716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37DD95-FFEF-86A4-D1C7-EA4AE28E8240}"/>
              </a:ext>
            </a:extLst>
          </p:cNvPr>
          <p:cNvSpPr/>
          <p:nvPr/>
        </p:nvSpPr>
        <p:spPr>
          <a:xfrm>
            <a:off x="6444578" y="3524961"/>
            <a:ext cx="2100255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Scalable to 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Mobile app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Wearable 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4A4FFB-6AE7-6CB0-CD7E-2A4A6F2C5A9B}"/>
              </a:ext>
            </a:extLst>
          </p:cNvPr>
          <p:cNvSpPr/>
          <p:nvPr/>
        </p:nvSpPr>
        <p:spPr>
          <a:xfrm>
            <a:off x="9232933" y="3496742"/>
            <a:ext cx="2258952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Corporate 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Wellness &amp;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Premium 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Subscription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Potential </a:t>
            </a:r>
          </a:p>
        </p:txBody>
      </p:sp>
    </p:spTree>
    <p:extLst>
      <p:ext uri="{BB962C8B-B14F-4D97-AF65-F5344CB8AC3E}">
        <p14:creationId xmlns:p14="http://schemas.microsoft.com/office/powerpoint/2010/main" val="3593753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67053-1369-DCE1-2CF8-852B298EC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74C795B-A4AE-3DBB-705D-21872B351473}"/>
              </a:ext>
            </a:extLst>
          </p:cNvPr>
          <p:cNvSpPr/>
          <p:nvPr/>
        </p:nvSpPr>
        <p:spPr>
          <a:xfrm>
            <a:off x="-22860" y="-22860"/>
            <a:ext cx="12214860" cy="688086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84A5DC0-F47B-9E70-37D5-6154A2C09CDA}"/>
              </a:ext>
            </a:extLst>
          </p:cNvPr>
          <p:cNvSpPr/>
          <p:nvPr/>
        </p:nvSpPr>
        <p:spPr>
          <a:xfrm>
            <a:off x="9033279" y="2359376"/>
            <a:ext cx="2602816" cy="3804346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DA728C-5F9B-00EE-3EFC-7F1965DC79C8}"/>
              </a:ext>
            </a:extLst>
          </p:cNvPr>
          <p:cNvSpPr/>
          <p:nvPr/>
        </p:nvSpPr>
        <p:spPr>
          <a:xfrm>
            <a:off x="580577" y="472490"/>
            <a:ext cx="63401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Impact &amp; Scalability</a:t>
            </a:r>
            <a:endParaRPr lang="en-US" sz="5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EDF7DC-92ED-063E-3F2D-74E5FBA935F1}"/>
              </a:ext>
            </a:extLst>
          </p:cNvPr>
          <p:cNvSpPr/>
          <p:nvPr/>
        </p:nvSpPr>
        <p:spPr>
          <a:xfrm>
            <a:off x="580577" y="2380313"/>
            <a:ext cx="8859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B7BD04-5C9E-767C-C7E5-EE8E0A9479EA}"/>
              </a:ext>
            </a:extLst>
          </p:cNvPr>
          <p:cNvSpPr/>
          <p:nvPr/>
        </p:nvSpPr>
        <p:spPr>
          <a:xfrm>
            <a:off x="584963" y="3554358"/>
            <a:ext cx="2271776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Promotes </a:t>
            </a:r>
          </a:p>
          <a:p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sustainable </a:t>
            </a:r>
          </a:p>
          <a:p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health habits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420050-4B78-B24B-306E-6BB4EDCADF1D}"/>
              </a:ext>
            </a:extLst>
          </p:cNvPr>
          <p:cNvSpPr/>
          <p:nvPr/>
        </p:nvSpPr>
        <p:spPr>
          <a:xfrm>
            <a:off x="3304946" y="2380313"/>
            <a:ext cx="87716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C5DE03-757C-138D-CAC1-1B7168EFE6BE}"/>
              </a:ext>
            </a:extLst>
          </p:cNvPr>
          <p:cNvSpPr/>
          <p:nvPr/>
        </p:nvSpPr>
        <p:spPr>
          <a:xfrm>
            <a:off x="3293657" y="3550359"/>
            <a:ext cx="2702984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Prevents</a:t>
            </a:r>
          </a:p>
          <a:p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Overtraining &amp;</a:t>
            </a:r>
          </a:p>
          <a:p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Burnout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34FAE6-8573-F750-4645-0C057AE746A7}"/>
              </a:ext>
            </a:extLst>
          </p:cNvPr>
          <p:cNvSpPr/>
          <p:nvPr/>
        </p:nvSpPr>
        <p:spPr>
          <a:xfrm>
            <a:off x="6431965" y="2370202"/>
            <a:ext cx="87716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308DC8-4155-9AA0-6687-000DDB613D04}"/>
              </a:ext>
            </a:extLst>
          </p:cNvPr>
          <p:cNvSpPr/>
          <p:nvPr/>
        </p:nvSpPr>
        <p:spPr>
          <a:xfrm>
            <a:off x="9226585" y="2336335"/>
            <a:ext cx="87716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E3CADA-FAAB-C2FD-0E3A-2209275C5098}"/>
              </a:ext>
            </a:extLst>
          </p:cNvPr>
          <p:cNvSpPr/>
          <p:nvPr/>
        </p:nvSpPr>
        <p:spPr>
          <a:xfrm>
            <a:off x="6444578" y="3524961"/>
            <a:ext cx="2100255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Scalable to </a:t>
            </a:r>
          </a:p>
          <a:p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Mobile app</a:t>
            </a:r>
          </a:p>
          <a:p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</a:p>
          <a:p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Wearable </a:t>
            </a:r>
          </a:p>
          <a:p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9EF5E0-8C9E-CD02-CA78-2D0C62FE6D92}"/>
              </a:ext>
            </a:extLst>
          </p:cNvPr>
          <p:cNvSpPr/>
          <p:nvPr/>
        </p:nvSpPr>
        <p:spPr>
          <a:xfrm>
            <a:off x="9232933" y="3496742"/>
            <a:ext cx="2258952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Corporate 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Wellness &amp;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Premium 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Subscription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Potential </a:t>
            </a:r>
          </a:p>
        </p:txBody>
      </p:sp>
    </p:spTree>
    <p:extLst>
      <p:ext uri="{BB962C8B-B14F-4D97-AF65-F5344CB8AC3E}">
        <p14:creationId xmlns:p14="http://schemas.microsoft.com/office/powerpoint/2010/main" val="2292447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315</Words>
  <Application>Microsoft Office PowerPoint</Application>
  <PresentationFormat>Widescreen</PresentationFormat>
  <Paragraphs>143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aryansarathe28705@gmail.com</dc:creator>
  <cp:lastModifiedBy>HP LAPTOP</cp:lastModifiedBy>
  <cp:revision>51</cp:revision>
  <dcterms:created xsi:type="dcterms:W3CDTF">2026-02-24T14:39:31Z</dcterms:created>
  <dcterms:modified xsi:type="dcterms:W3CDTF">2026-02-26T08:18:10Z</dcterms:modified>
</cp:coreProperties>
</file>